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8000663" cy="5040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B6BD"/>
    <a:srgbClr val="BFBFBF"/>
    <a:srgbClr val="FBAAA8"/>
    <a:srgbClr val="A5D7FD"/>
    <a:srgbClr val="E7F5FE"/>
    <a:srgbClr val="74C0FC"/>
    <a:srgbClr val="D0EBFF"/>
    <a:srgbClr val="FF6B6B"/>
    <a:srgbClr val="FA5252"/>
    <a:srgbClr val="FF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69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824885"/>
            <a:ext cx="13500497" cy="1754776"/>
          </a:xfrm>
        </p:spPr>
        <p:txBody>
          <a:bodyPr anchor="b"/>
          <a:lstStyle>
            <a:lvl1pPr algn="ctr">
              <a:defRPr sz="441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2647331"/>
            <a:ext cx="13500497" cy="1216909"/>
          </a:xfrm>
        </p:spPr>
        <p:txBody>
          <a:bodyPr/>
          <a:lstStyle>
            <a:lvl1pPr marL="0" indent="0" algn="ctr">
              <a:buNone/>
              <a:defRPr sz="1764"/>
            </a:lvl1pPr>
            <a:lvl2pPr marL="336042" indent="0" algn="ctr">
              <a:buNone/>
              <a:defRPr sz="1470"/>
            </a:lvl2pPr>
            <a:lvl3pPr marL="672084" indent="0" algn="ctr">
              <a:buNone/>
              <a:defRPr sz="1323"/>
            </a:lvl3pPr>
            <a:lvl4pPr marL="1008126" indent="0" algn="ctr">
              <a:buNone/>
              <a:defRPr sz="1176"/>
            </a:lvl4pPr>
            <a:lvl5pPr marL="1344168" indent="0" algn="ctr">
              <a:buNone/>
              <a:defRPr sz="1176"/>
            </a:lvl5pPr>
            <a:lvl6pPr marL="1680210" indent="0" algn="ctr">
              <a:buNone/>
              <a:defRPr sz="1176"/>
            </a:lvl6pPr>
            <a:lvl7pPr marL="2016252" indent="0" algn="ctr">
              <a:buNone/>
              <a:defRPr sz="1176"/>
            </a:lvl7pPr>
            <a:lvl8pPr marL="2352294" indent="0" algn="ctr">
              <a:buNone/>
              <a:defRPr sz="1176"/>
            </a:lvl8pPr>
            <a:lvl9pPr marL="2688336" indent="0" algn="ctr">
              <a:buNone/>
              <a:defRPr sz="1176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A552-E16C-49D9-AD3A-1E8E75B319F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C093-67BE-4AF2-81D7-CA30225C4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973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A552-E16C-49D9-AD3A-1E8E75B319F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C093-67BE-4AF2-81D7-CA30225C4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71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256579"/>
            <a:ext cx="15525572" cy="2096630"/>
          </a:xfrm>
        </p:spPr>
        <p:txBody>
          <a:bodyPr anchor="b"/>
          <a:lstStyle>
            <a:lvl1pPr>
              <a:defRPr sz="441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3373044"/>
            <a:ext cx="15525572" cy="1102568"/>
          </a:xfrm>
        </p:spPr>
        <p:txBody>
          <a:bodyPr/>
          <a:lstStyle>
            <a:lvl1pPr marL="0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1pPr>
            <a:lvl2pPr marL="33604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2pPr>
            <a:lvl3pPr marL="672084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3pPr>
            <a:lvl4pPr marL="100812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4pPr>
            <a:lvl5pPr marL="1344168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5pPr>
            <a:lvl6pPr marL="1680210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6pPr>
            <a:lvl7pPr marL="2016252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7pPr>
            <a:lvl8pPr marL="2352294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8pPr>
            <a:lvl9pPr marL="2688336" indent="0">
              <a:buNone/>
              <a:defRPr sz="117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A552-E16C-49D9-AD3A-1E8E75B319F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C093-67BE-4AF2-81D7-CA30225C4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07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341750"/>
            <a:ext cx="7650282" cy="31980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341750"/>
            <a:ext cx="7650282" cy="31980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A552-E16C-49D9-AD3A-1E8E75B319F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C093-67BE-4AF2-81D7-CA30225C4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264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268350"/>
            <a:ext cx="15525572" cy="974228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235577"/>
            <a:ext cx="7615123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1841114"/>
            <a:ext cx="7615123" cy="270800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235577"/>
            <a:ext cx="7652626" cy="605537"/>
          </a:xfrm>
        </p:spPr>
        <p:txBody>
          <a:bodyPr anchor="b"/>
          <a:lstStyle>
            <a:lvl1pPr marL="0" indent="0">
              <a:buNone/>
              <a:defRPr sz="1764" b="1"/>
            </a:lvl1pPr>
            <a:lvl2pPr marL="336042" indent="0">
              <a:buNone/>
              <a:defRPr sz="1470" b="1"/>
            </a:lvl2pPr>
            <a:lvl3pPr marL="672084" indent="0">
              <a:buNone/>
              <a:defRPr sz="1323" b="1"/>
            </a:lvl3pPr>
            <a:lvl4pPr marL="1008126" indent="0">
              <a:buNone/>
              <a:defRPr sz="1176" b="1"/>
            </a:lvl4pPr>
            <a:lvl5pPr marL="1344168" indent="0">
              <a:buNone/>
              <a:defRPr sz="1176" b="1"/>
            </a:lvl5pPr>
            <a:lvl6pPr marL="1680210" indent="0">
              <a:buNone/>
              <a:defRPr sz="1176" b="1"/>
            </a:lvl6pPr>
            <a:lvl7pPr marL="2016252" indent="0">
              <a:buNone/>
              <a:defRPr sz="1176" b="1"/>
            </a:lvl7pPr>
            <a:lvl8pPr marL="2352294" indent="0">
              <a:buNone/>
              <a:defRPr sz="1176" b="1"/>
            </a:lvl8pPr>
            <a:lvl9pPr marL="2688336" indent="0">
              <a:buNone/>
              <a:defRPr sz="1176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1841114"/>
            <a:ext cx="7652626" cy="270800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A552-E16C-49D9-AD3A-1E8E75B319F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C093-67BE-4AF2-81D7-CA30225C4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738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A552-E16C-49D9-AD3A-1E8E75B319F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C093-67BE-4AF2-81D7-CA30225C4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89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A552-E16C-49D9-AD3A-1E8E75B319F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C093-67BE-4AF2-81D7-CA30225C4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255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336021"/>
            <a:ext cx="580568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725712"/>
            <a:ext cx="9112836" cy="3581889"/>
          </a:xfrm>
        </p:spPr>
        <p:txBody>
          <a:bodyPr/>
          <a:lstStyle>
            <a:lvl1pPr>
              <a:defRPr sz="2352"/>
            </a:lvl1pPr>
            <a:lvl2pPr>
              <a:defRPr sz="2058"/>
            </a:lvl2pPr>
            <a:lvl3pPr>
              <a:defRPr sz="1764"/>
            </a:lvl3pPr>
            <a:lvl4pPr>
              <a:defRPr sz="1470"/>
            </a:lvl4pPr>
            <a:lvl5pPr>
              <a:defRPr sz="1470"/>
            </a:lvl5pPr>
            <a:lvl6pPr>
              <a:defRPr sz="1470"/>
            </a:lvl6pPr>
            <a:lvl7pPr>
              <a:defRPr sz="1470"/>
            </a:lvl7pPr>
            <a:lvl8pPr>
              <a:defRPr sz="1470"/>
            </a:lvl8pPr>
            <a:lvl9pPr>
              <a:defRPr sz="147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1512094"/>
            <a:ext cx="580568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A552-E16C-49D9-AD3A-1E8E75B319F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C093-67BE-4AF2-81D7-CA30225C4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669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336021"/>
            <a:ext cx="5805682" cy="1176073"/>
          </a:xfrm>
        </p:spPr>
        <p:txBody>
          <a:bodyPr anchor="b"/>
          <a:lstStyle>
            <a:lvl1pPr>
              <a:defRPr sz="2352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725712"/>
            <a:ext cx="9112836" cy="3581889"/>
          </a:xfrm>
        </p:spPr>
        <p:txBody>
          <a:bodyPr anchor="t"/>
          <a:lstStyle>
            <a:lvl1pPr marL="0" indent="0">
              <a:buNone/>
              <a:defRPr sz="2352"/>
            </a:lvl1pPr>
            <a:lvl2pPr marL="336042" indent="0">
              <a:buNone/>
              <a:defRPr sz="2058"/>
            </a:lvl2pPr>
            <a:lvl3pPr marL="672084" indent="0">
              <a:buNone/>
              <a:defRPr sz="1764"/>
            </a:lvl3pPr>
            <a:lvl4pPr marL="1008126" indent="0">
              <a:buNone/>
              <a:defRPr sz="1470"/>
            </a:lvl4pPr>
            <a:lvl5pPr marL="1344168" indent="0">
              <a:buNone/>
              <a:defRPr sz="1470"/>
            </a:lvl5pPr>
            <a:lvl6pPr marL="1680210" indent="0">
              <a:buNone/>
              <a:defRPr sz="1470"/>
            </a:lvl6pPr>
            <a:lvl7pPr marL="2016252" indent="0">
              <a:buNone/>
              <a:defRPr sz="1470"/>
            </a:lvl7pPr>
            <a:lvl8pPr marL="2352294" indent="0">
              <a:buNone/>
              <a:defRPr sz="1470"/>
            </a:lvl8pPr>
            <a:lvl9pPr marL="2688336" indent="0">
              <a:buNone/>
              <a:defRPr sz="147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1512094"/>
            <a:ext cx="5805682" cy="2801341"/>
          </a:xfrm>
        </p:spPr>
        <p:txBody>
          <a:bodyPr/>
          <a:lstStyle>
            <a:lvl1pPr marL="0" indent="0">
              <a:buNone/>
              <a:defRPr sz="1176"/>
            </a:lvl1pPr>
            <a:lvl2pPr marL="336042" indent="0">
              <a:buNone/>
              <a:defRPr sz="1029"/>
            </a:lvl2pPr>
            <a:lvl3pPr marL="672084" indent="0">
              <a:buNone/>
              <a:defRPr sz="882"/>
            </a:lvl3pPr>
            <a:lvl4pPr marL="1008126" indent="0">
              <a:buNone/>
              <a:defRPr sz="735"/>
            </a:lvl4pPr>
            <a:lvl5pPr marL="1344168" indent="0">
              <a:buNone/>
              <a:defRPr sz="735"/>
            </a:lvl5pPr>
            <a:lvl6pPr marL="1680210" indent="0">
              <a:buNone/>
              <a:defRPr sz="735"/>
            </a:lvl6pPr>
            <a:lvl7pPr marL="2016252" indent="0">
              <a:buNone/>
              <a:defRPr sz="735"/>
            </a:lvl7pPr>
            <a:lvl8pPr marL="2352294" indent="0">
              <a:buNone/>
              <a:defRPr sz="735"/>
            </a:lvl8pPr>
            <a:lvl9pPr marL="2688336" indent="0">
              <a:buNone/>
              <a:defRPr sz="73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A552-E16C-49D9-AD3A-1E8E75B319F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C093-67BE-4AF2-81D7-CA30225C4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50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A552-E16C-49D9-AD3A-1E8E75B319F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C093-67BE-4AF2-81D7-CA30225C4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96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268350"/>
            <a:ext cx="3881393" cy="427143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268350"/>
            <a:ext cx="11419171" cy="427143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3A552-E16C-49D9-AD3A-1E8E75B319F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6C093-67BE-4AF2-81D7-CA30225C4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69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268350"/>
            <a:ext cx="15525572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341750"/>
            <a:ext cx="15525572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4671624"/>
            <a:ext cx="405014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3A552-E16C-49D9-AD3A-1E8E75B319FA}" type="datetimeFigureOut">
              <a:rPr lang="en-US" smtClean="0"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4671624"/>
            <a:ext cx="6075224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4671624"/>
            <a:ext cx="405014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6C093-67BE-4AF2-81D7-CA30225C4D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17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72084" rtl="0" eaLnBrk="1" latinLnBrk="0" hangingPunct="1">
        <a:lnSpc>
          <a:spcPct val="90000"/>
        </a:lnSpc>
        <a:spcBef>
          <a:spcPct val="0"/>
        </a:spcBef>
        <a:buNone/>
        <a:defRPr sz="323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8021" indent="-168021" algn="l" defTabSz="672084" rtl="0" eaLnBrk="1" latinLnBrk="0" hangingPunct="1">
        <a:lnSpc>
          <a:spcPct val="90000"/>
        </a:lnSpc>
        <a:spcBef>
          <a:spcPts val="735"/>
        </a:spcBef>
        <a:buFont typeface="Arial" panose="020B0604020202020204" pitchFamily="34" charset="0"/>
        <a:buChar char="•"/>
        <a:defRPr sz="2058" kern="1200">
          <a:solidFill>
            <a:schemeClr val="tx1"/>
          </a:solidFill>
          <a:latin typeface="+mn-lt"/>
          <a:ea typeface="+mn-ea"/>
          <a:cs typeface="+mn-cs"/>
        </a:defRPr>
      </a:lvl1pPr>
      <a:lvl2pPr marL="50406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2pPr>
      <a:lvl3pPr marL="84010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3pPr>
      <a:lvl4pPr marL="117614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512189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848231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184273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856357" indent="-168021" algn="l" defTabSz="672084" rtl="0" eaLnBrk="1" latinLnBrk="0" hangingPunct="1">
        <a:lnSpc>
          <a:spcPct val="90000"/>
        </a:lnSpc>
        <a:spcBef>
          <a:spcPts val="368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3604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2pPr>
      <a:lvl3pPr marL="67208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3pPr>
      <a:lvl4pPr marL="100812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4pPr>
      <a:lvl5pPr marL="1344168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5pPr>
      <a:lvl6pPr marL="1680210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6pPr>
      <a:lvl7pPr marL="2016252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7pPr>
      <a:lvl8pPr marL="2352294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8pPr>
      <a:lvl9pPr marL="2688336" algn="l" defTabSz="672084" rtl="0" eaLnBrk="1" latinLnBrk="0" hangingPunct="1">
        <a:defRPr sz="132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21" Type="http://schemas.openxmlformats.org/officeDocument/2006/relationships/image" Target="../media/image18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5" Type="http://schemas.openxmlformats.org/officeDocument/2006/relationships/image" Target="../media/image1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7" name="Группа 1166">
            <a:extLst>
              <a:ext uri="{FF2B5EF4-FFF2-40B4-BE49-F238E27FC236}">
                <a16:creationId xmlns:a16="http://schemas.microsoft.com/office/drawing/2014/main" id="{4C38452B-801F-92AF-D642-6D13DF7B48A1}"/>
              </a:ext>
            </a:extLst>
          </p:cNvPr>
          <p:cNvGrpSpPr/>
          <p:nvPr/>
        </p:nvGrpSpPr>
        <p:grpSpPr>
          <a:xfrm>
            <a:off x="-5223596" y="-31972"/>
            <a:ext cx="4715495" cy="4654550"/>
            <a:chOff x="347981" y="16757"/>
            <a:chExt cx="4715495" cy="465455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3D64C78-D365-39F2-6BD1-65451972AE70}"/>
                </a:ext>
              </a:extLst>
            </p:cNvPr>
            <p:cNvSpPr txBox="1"/>
            <p:nvPr/>
          </p:nvSpPr>
          <p:spPr>
            <a:xfrm>
              <a:off x="347981" y="16757"/>
              <a:ext cx="43332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(a) Mask all tokens independently (pre-train)</a:t>
              </a:r>
            </a:p>
          </p:txBody>
        </p:sp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D12BB5D9-0038-6958-C701-F753F2B41840}"/>
                </a:ext>
              </a:extLst>
            </p:cNvPr>
            <p:cNvSpPr/>
            <p:nvPr/>
          </p:nvSpPr>
          <p:spPr>
            <a:xfrm>
              <a:off x="502920" y="1507998"/>
              <a:ext cx="502920" cy="274320"/>
            </a:xfrm>
            <a:prstGeom prst="rect">
              <a:avLst/>
            </a:prstGeom>
            <a:solidFill>
              <a:srgbClr val="748EFC"/>
            </a:solidFill>
            <a:ln>
              <a:solidFill>
                <a:srgbClr val="748E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FA6AF4C9-023B-A91A-BEE8-4CF21FC0C32E}"/>
                </a:ext>
              </a:extLst>
            </p:cNvPr>
            <p:cNvSpPr/>
            <p:nvPr/>
          </p:nvSpPr>
          <p:spPr>
            <a:xfrm>
              <a:off x="1016072" y="1507998"/>
              <a:ext cx="502920" cy="274320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Прямоугольник 16">
              <a:extLst>
                <a:ext uri="{FF2B5EF4-FFF2-40B4-BE49-F238E27FC236}">
                  <a16:creationId xmlns:a16="http://schemas.microsoft.com/office/drawing/2014/main" id="{A58879F8-DD13-E721-F633-01C56935FCFA}"/>
                </a:ext>
              </a:extLst>
            </p:cNvPr>
            <p:cNvSpPr/>
            <p:nvPr/>
          </p:nvSpPr>
          <p:spPr>
            <a:xfrm>
              <a:off x="1531655" y="1507998"/>
              <a:ext cx="502920" cy="274320"/>
            </a:xfrm>
            <a:prstGeom prst="rect">
              <a:avLst/>
            </a:prstGeom>
            <a:solidFill>
              <a:srgbClr val="CFD4DA"/>
            </a:solidFill>
            <a:ln>
              <a:solidFill>
                <a:srgbClr val="CFD4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AFC25970-5CFA-7332-0C75-CA2B073007F6}"/>
                </a:ext>
              </a:extLst>
            </p:cNvPr>
            <p:cNvSpPr/>
            <p:nvPr/>
          </p:nvSpPr>
          <p:spPr>
            <a:xfrm>
              <a:off x="2038270" y="1507998"/>
              <a:ext cx="502920" cy="274320"/>
            </a:xfrm>
            <a:prstGeom prst="rect">
              <a:avLst/>
            </a:prstGeom>
            <a:solidFill>
              <a:srgbClr val="FEEC9A"/>
            </a:solidFill>
            <a:ln>
              <a:solidFill>
                <a:srgbClr val="FEEC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8865A357-1FB2-7FC5-10FC-D337108ABFD9}"/>
                </a:ext>
              </a:extLst>
            </p:cNvPr>
            <p:cNvSpPr/>
            <p:nvPr/>
          </p:nvSpPr>
          <p:spPr>
            <a:xfrm>
              <a:off x="2555528" y="1507998"/>
              <a:ext cx="502920" cy="274320"/>
            </a:xfrm>
            <a:prstGeom prst="rect">
              <a:avLst/>
            </a:prstGeom>
            <a:solidFill>
              <a:srgbClr val="A5D7FD"/>
            </a:solidFill>
            <a:ln>
              <a:solidFill>
                <a:srgbClr val="A5D7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Прямоугольник 19">
              <a:extLst>
                <a:ext uri="{FF2B5EF4-FFF2-40B4-BE49-F238E27FC236}">
                  <a16:creationId xmlns:a16="http://schemas.microsoft.com/office/drawing/2014/main" id="{65E4623B-6B5F-4610-D475-4DD2E39AD7D2}"/>
                </a:ext>
              </a:extLst>
            </p:cNvPr>
            <p:cNvSpPr/>
            <p:nvPr/>
          </p:nvSpPr>
          <p:spPr>
            <a:xfrm>
              <a:off x="3069696" y="1507998"/>
              <a:ext cx="502920" cy="274320"/>
            </a:xfrm>
            <a:prstGeom prst="rect">
              <a:avLst/>
            </a:prstGeom>
            <a:solidFill>
              <a:srgbClr val="B2F3BB"/>
            </a:solidFill>
            <a:ln>
              <a:solidFill>
                <a:srgbClr val="B2F3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5EBD2B97-C8B2-3B69-F98E-63A6F531B2C8}"/>
                </a:ext>
              </a:extLst>
            </p:cNvPr>
            <p:cNvSpPr/>
            <p:nvPr/>
          </p:nvSpPr>
          <p:spPr>
            <a:xfrm>
              <a:off x="3581832" y="1508388"/>
              <a:ext cx="502920" cy="274320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D685B781-EDE6-F4BE-FC76-21467CE4F5A2}"/>
                </a:ext>
              </a:extLst>
            </p:cNvPr>
            <p:cNvSpPr/>
            <p:nvPr/>
          </p:nvSpPr>
          <p:spPr>
            <a:xfrm>
              <a:off x="4096889" y="1508388"/>
              <a:ext cx="502920" cy="274320"/>
            </a:xfrm>
            <a:prstGeom prst="rect">
              <a:avLst/>
            </a:prstGeom>
            <a:solidFill>
              <a:srgbClr val="E598F7"/>
            </a:solidFill>
            <a:ln>
              <a:solidFill>
                <a:srgbClr val="E598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Прямоугольник 23">
              <a:extLst>
                <a:ext uri="{FF2B5EF4-FFF2-40B4-BE49-F238E27FC236}">
                  <a16:creationId xmlns:a16="http://schemas.microsoft.com/office/drawing/2014/main" id="{625A3C6E-6B8D-F3A7-6B16-FDB5A8E6B8EB}"/>
                </a:ext>
              </a:extLst>
            </p:cNvPr>
            <p:cNvSpPr/>
            <p:nvPr/>
          </p:nvSpPr>
          <p:spPr>
            <a:xfrm>
              <a:off x="502920" y="2148420"/>
              <a:ext cx="4093250" cy="553974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Mask predictor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C5AB0ED-BE59-1F49-EA9B-A4A9212A2F18}"/>
                </a:ext>
              </a:extLst>
            </p:cNvPr>
            <p:cNvSpPr txBox="1"/>
            <p:nvPr/>
          </p:nvSpPr>
          <p:spPr>
            <a:xfrm>
              <a:off x="1107741" y="3873652"/>
              <a:ext cx="12698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Mask token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74EEAD1-A5E0-BFB7-685E-1B154A497D59}"/>
                </a:ext>
              </a:extLst>
            </p:cNvPr>
            <p:cNvSpPr txBox="1"/>
            <p:nvPr/>
          </p:nvSpPr>
          <p:spPr>
            <a:xfrm>
              <a:off x="1096901" y="4256255"/>
              <a:ext cx="17171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Non-mask token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15D30FF-27A7-B3F2-EFD2-4FC229EB2772}"/>
                </a:ext>
              </a:extLst>
            </p:cNvPr>
            <p:cNvSpPr txBox="1"/>
            <p:nvPr/>
          </p:nvSpPr>
          <p:spPr>
            <a:xfrm>
              <a:off x="3058768" y="3880319"/>
              <a:ext cx="9284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Remask</a:t>
              </a:r>
              <a:endParaRPr 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3016529-C31D-DAB1-427D-E847A0410F1A}"/>
                </a:ext>
              </a:extLst>
            </p:cNvPr>
            <p:cNvSpPr txBox="1"/>
            <p:nvPr/>
          </p:nvSpPr>
          <p:spPr>
            <a:xfrm>
              <a:off x="3058768" y="4256255"/>
              <a:ext cx="1511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Random mask</a:t>
              </a:r>
            </a:p>
          </p:txBody>
        </p:sp>
        <p:sp>
          <p:nvSpPr>
            <p:cNvPr id="1051" name="Стрелка: вниз 1050">
              <a:extLst>
                <a:ext uri="{FF2B5EF4-FFF2-40B4-BE49-F238E27FC236}">
                  <a16:creationId xmlns:a16="http://schemas.microsoft.com/office/drawing/2014/main" id="{9EB66CF0-B900-D918-CF1F-FC958DF69B06}"/>
                </a:ext>
              </a:extLst>
            </p:cNvPr>
            <p:cNvSpPr/>
            <p:nvPr/>
          </p:nvSpPr>
          <p:spPr>
            <a:xfrm>
              <a:off x="3783652" y="2746120"/>
              <a:ext cx="99061" cy="275528"/>
            </a:xfrm>
            <a:prstGeom prst="downArrow">
              <a:avLst>
                <a:gd name="adj1" fmla="val 39342"/>
                <a:gd name="adj2" fmla="val 110441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Стрелка: вниз 1053">
              <a:extLst>
                <a:ext uri="{FF2B5EF4-FFF2-40B4-BE49-F238E27FC236}">
                  <a16:creationId xmlns:a16="http://schemas.microsoft.com/office/drawing/2014/main" id="{A8028899-54B7-B87A-74FD-6367FF3589B9}"/>
                </a:ext>
              </a:extLst>
            </p:cNvPr>
            <p:cNvSpPr/>
            <p:nvPr/>
          </p:nvSpPr>
          <p:spPr>
            <a:xfrm>
              <a:off x="1218001" y="2746120"/>
              <a:ext cx="99061" cy="275528"/>
            </a:xfrm>
            <a:prstGeom prst="downArrow">
              <a:avLst>
                <a:gd name="adj1" fmla="val 39342"/>
                <a:gd name="adj2" fmla="val 110441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5" name="Стрелка: вниз 1054">
              <a:extLst>
                <a:ext uri="{FF2B5EF4-FFF2-40B4-BE49-F238E27FC236}">
                  <a16:creationId xmlns:a16="http://schemas.microsoft.com/office/drawing/2014/main" id="{E7DB0E64-9E33-C83F-3DA3-C6544B542051}"/>
                </a:ext>
              </a:extLst>
            </p:cNvPr>
            <p:cNvSpPr/>
            <p:nvPr/>
          </p:nvSpPr>
          <p:spPr>
            <a:xfrm>
              <a:off x="2500014" y="1835793"/>
              <a:ext cx="99061" cy="275528"/>
            </a:xfrm>
            <a:prstGeom prst="downArrow">
              <a:avLst>
                <a:gd name="adj1" fmla="val 39342"/>
                <a:gd name="adj2" fmla="val 110441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6" name="Прямоугольник 1055">
              <a:extLst>
                <a:ext uri="{FF2B5EF4-FFF2-40B4-BE49-F238E27FC236}">
                  <a16:creationId xmlns:a16="http://schemas.microsoft.com/office/drawing/2014/main" id="{7BBB1135-7727-6535-EC83-664B9EB50165}"/>
                </a:ext>
              </a:extLst>
            </p:cNvPr>
            <p:cNvSpPr/>
            <p:nvPr/>
          </p:nvSpPr>
          <p:spPr>
            <a:xfrm>
              <a:off x="502920" y="778369"/>
              <a:ext cx="502920" cy="274320"/>
            </a:xfrm>
            <a:prstGeom prst="rect">
              <a:avLst/>
            </a:prstGeom>
            <a:solidFill>
              <a:srgbClr val="748EFC"/>
            </a:solidFill>
            <a:ln>
              <a:solidFill>
                <a:srgbClr val="748EF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7" name="Прямоугольник 1056">
              <a:extLst>
                <a:ext uri="{FF2B5EF4-FFF2-40B4-BE49-F238E27FC236}">
                  <a16:creationId xmlns:a16="http://schemas.microsoft.com/office/drawing/2014/main" id="{60CA18A6-D840-1B89-E5D7-D01F4EEC4411}"/>
                </a:ext>
              </a:extLst>
            </p:cNvPr>
            <p:cNvSpPr/>
            <p:nvPr/>
          </p:nvSpPr>
          <p:spPr>
            <a:xfrm>
              <a:off x="1016072" y="778369"/>
              <a:ext cx="502920" cy="274320"/>
            </a:xfrm>
            <a:prstGeom prst="rect">
              <a:avLst/>
            </a:prstGeom>
            <a:solidFill>
              <a:srgbClr val="FBAAA8"/>
            </a:solidFill>
            <a:ln w="12700">
              <a:solidFill>
                <a:srgbClr val="FBAA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8" name="Прямоугольник 1057">
              <a:extLst>
                <a:ext uri="{FF2B5EF4-FFF2-40B4-BE49-F238E27FC236}">
                  <a16:creationId xmlns:a16="http://schemas.microsoft.com/office/drawing/2014/main" id="{74D7A056-17EC-CD85-378F-AACA771E3E96}"/>
                </a:ext>
              </a:extLst>
            </p:cNvPr>
            <p:cNvSpPr/>
            <p:nvPr/>
          </p:nvSpPr>
          <p:spPr>
            <a:xfrm>
              <a:off x="1531655" y="778369"/>
              <a:ext cx="502920" cy="274320"/>
            </a:xfrm>
            <a:prstGeom prst="rect">
              <a:avLst/>
            </a:prstGeom>
            <a:solidFill>
              <a:srgbClr val="CFD4DA"/>
            </a:solidFill>
            <a:ln>
              <a:solidFill>
                <a:srgbClr val="CFD4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9" name="Прямоугольник 1058">
              <a:extLst>
                <a:ext uri="{FF2B5EF4-FFF2-40B4-BE49-F238E27FC236}">
                  <a16:creationId xmlns:a16="http://schemas.microsoft.com/office/drawing/2014/main" id="{635D08B7-0EA5-75E1-479F-4336E25D6FE7}"/>
                </a:ext>
              </a:extLst>
            </p:cNvPr>
            <p:cNvSpPr/>
            <p:nvPr/>
          </p:nvSpPr>
          <p:spPr>
            <a:xfrm>
              <a:off x="2038270" y="778369"/>
              <a:ext cx="502920" cy="274320"/>
            </a:xfrm>
            <a:prstGeom prst="rect">
              <a:avLst/>
            </a:prstGeom>
            <a:solidFill>
              <a:srgbClr val="FEEC9A"/>
            </a:solidFill>
            <a:ln>
              <a:solidFill>
                <a:srgbClr val="FEEC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60" name="Прямоугольник 1059">
              <a:extLst>
                <a:ext uri="{FF2B5EF4-FFF2-40B4-BE49-F238E27FC236}">
                  <a16:creationId xmlns:a16="http://schemas.microsoft.com/office/drawing/2014/main" id="{EAFBEBA5-BFF8-D7DD-C9E2-62952AB8BE53}"/>
                </a:ext>
              </a:extLst>
            </p:cNvPr>
            <p:cNvSpPr/>
            <p:nvPr/>
          </p:nvSpPr>
          <p:spPr>
            <a:xfrm>
              <a:off x="2555528" y="778369"/>
              <a:ext cx="502920" cy="274320"/>
            </a:xfrm>
            <a:prstGeom prst="rect">
              <a:avLst/>
            </a:prstGeom>
            <a:solidFill>
              <a:srgbClr val="A5D7FD"/>
            </a:solidFill>
            <a:ln>
              <a:solidFill>
                <a:srgbClr val="A5D7F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1" name="Прямоугольник 1060">
              <a:extLst>
                <a:ext uri="{FF2B5EF4-FFF2-40B4-BE49-F238E27FC236}">
                  <a16:creationId xmlns:a16="http://schemas.microsoft.com/office/drawing/2014/main" id="{331FE7A6-E2A1-9D4F-595C-F5C3E3D0258D}"/>
                </a:ext>
              </a:extLst>
            </p:cNvPr>
            <p:cNvSpPr/>
            <p:nvPr/>
          </p:nvSpPr>
          <p:spPr>
            <a:xfrm>
              <a:off x="3069696" y="778369"/>
              <a:ext cx="502920" cy="274320"/>
            </a:xfrm>
            <a:prstGeom prst="rect">
              <a:avLst/>
            </a:prstGeom>
            <a:solidFill>
              <a:srgbClr val="B2F3BB"/>
            </a:solidFill>
            <a:ln>
              <a:solidFill>
                <a:srgbClr val="B2F3B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2" name="Прямоугольник 1061">
              <a:extLst>
                <a:ext uri="{FF2B5EF4-FFF2-40B4-BE49-F238E27FC236}">
                  <a16:creationId xmlns:a16="http://schemas.microsoft.com/office/drawing/2014/main" id="{1621D732-B383-F42A-ED73-C4AA7F559729}"/>
                </a:ext>
              </a:extLst>
            </p:cNvPr>
            <p:cNvSpPr/>
            <p:nvPr/>
          </p:nvSpPr>
          <p:spPr>
            <a:xfrm>
              <a:off x="3581832" y="778759"/>
              <a:ext cx="502920" cy="274320"/>
            </a:xfrm>
            <a:prstGeom prst="rect">
              <a:avLst/>
            </a:prstGeom>
            <a:solidFill>
              <a:srgbClr val="ADB6BD"/>
            </a:solidFill>
            <a:ln w="12700">
              <a:solidFill>
                <a:srgbClr val="ADB6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3" name="Прямоугольник 1062">
              <a:extLst>
                <a:ext uri="{FF2B5EF4-FFF2-40B4-BE49-F238E27FC236}">
                  <a16:creationId xmlns:a16="http://schemas.microsoft.com/office/drawing/2014/main" id="{058C6C54-E083-C6B4-8A61-B79D384AD82C}"/>
                </a:ext>
              </a:extLst>
            </p:cNvPr>
            <p:cNvSpPr/>
            <p:nvPr/>
          </p:nvSpPr>
          <p:spPr>
            <a:xfrm>
              <a:off x="4096889" y="778759"/>
              <a:ext cx="502920" cy="274320"/>
            </a:xfrm>
            <a:prstGeom prst="rect">
              <a:avLst/>
            </a:prstGeom>
            <a:solidFill>
              <a:srgbClr val="E598F7"/>
            </a:solidFill>
            <a:ln>
              <a:solidFill>
                <a:srgbClr val="E598F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4" name="Прямоугольник 1063">
              <a:extLst>
                <a:ext uri="{FF2B5EF4-FFF2-40B4-BE49-F238E27FC236}">
                  <a16:creationId xmlns:a16="http://schemas.microsoft.com/office/drawing/2014/main" id="{23D7F77F-32BE-C214-1C0F-EB27B397A4AB}"/>
                </a:ext>
              </a:extLst>
            </p:cNvPr>
            <p:cNvSpPr/>
            <p:nvPr/>
          </p:nvSpPr>
          <p:spPr>
            <a:xfrm>
              <a:off x="1016072" y="3073073"/>
              <a:ext cx="502920" cy="274320"/>
            </a:xfrm>
            <a:prstGeom prst="rect">
              <a:avLst/>
            </a:prstGeom>
            <a:solidFill>
              <a:srgbClr val="FBAAA8"/>
            </a:solidFill>
            <a:ln w="12700">
              <a:solidFill>
                <a:srgbClr val="FBAAA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5" name="Прямоугольник 1064">
              <a:extLst>
                <a:ext uri="{FF2B5EF4-FFF2-40B4-BE49-F238E27FC236}">
                  <a16:creationId xmlns:a16="http://schemas.microsoft.com/office/drawing/2014/main" id="{32474E37-A744-B2EB-B70D-DF758F3D74B3}"/>
                </a:ext>
              </a:extLst>
            </p:cNvPr>
            <p:cNvSpPr/>
            <p:nvPr/>
          </p:nvSpPr>
          <p:spPr>
            <a:xfrm>
              <a:off x="3581832" y="3073463"/>
              <a:ext cx="502920" cy="274320"/>
            </a:xfrm>
            <a:prstGeom prst="rect">
              <a:avLst/>
            </a:prstGeom>
            <a:solidFill>
              <a:srgbClr val="ADB6BD"/>
            </a:solidFill>
            <a:ln w="12700">
              <a:solidFill>
                <a:srgbClr val="ADB6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3" name="Прямоугольник 1102">
              <a:extLst>
                <a:ext uri="{FF2B5EF4-FFF2-40B4-BE49-F238E27FC236}">
                  <a16:creationId xmlns:a16="http://schemas.microsoft.com/office/drawing/2014/main" id="{CEC3FC88-2BC5-B786-5419-DB7345D3342B}"/>
                </a:ext>
              </a:extLst>
            </p:cNvPr>
            <p:cNvSpPr/>
            <p:nvPr/>
          </p:nvSpPr>
          <p:spPr>
            <a:xfrm>
              <a:off x="504236" y="3876613"/>
              <a:ext cx="502920" cy="274320"/>
            </a:xfrm>
            <a:prstGeom prst="rect">
              <a:avLst/>
            </a:prstGeom>
            <a:pattFill prst="wdUpDiag">
              <a:fgClr>
                <a:schemeClr val="tx1"/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4" name="Прямоугольник 1103">
              <a:extLst>
                <a:ext uri="{FF2B5EF4-FFF2-40B4-BE49-F238E27FC236}">
                  <a16:creationId xmlns:a16="http://schemas.microsoft.com/office/drawing/2014/main" id="{05A5B7FC-F65C-2BF4-503A-140FF89C48DB}"/>
                </a:ext>
              </a:extLst>
            </p:cNvPr>
            <p:cNvSpPr/>
            <p:nvPr/>
          </p:nvSpPr>
          <p:spPr>
            <a:xfrm>
              <a:off x="502920" y="4280656"/>
              <a:ext cx="502920" cy="274320"/>
            </a:xfrm>
            <a:prstGeom prst="rect">
              <a:avLst/>
            </a:prstGeom>
            <a:solidFill>
              <a:srgbClr val="CFD4DA"/>
            </a:solidFill>
            <a:ln>
              <a:solidFill>
                <a:srgbClr val="CFD4D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1" name="Полилиния: фигура 1110">
              <a:extLst>
                <a:ext uri="{FF2B5EF4-FFF2-40B4-BE49-F238E27FC236}">
                  <a16:creationId xmlns:a16="http://schemas.microsoft.com/office/drawing/2014/main" id="{792850BB-445A-4A0E-7A13-C2F1A96E2BAF}"/>
                </a:ext>
              </a:extLst>
            </p:cNvPr>
            <p:cNvSpPr/>
            <p:nvPr/>
          </p:nvSpPr>
          <p:spPr>
            <a:xfrm>
              <a:off x="2500014" y="1143063"/>
              <a:ext cx="99061" cy="275528"/>
            </a:xfrm>
            <a:custGeom>
              <a:avLst/>
              <a:gdLst>
                <a:gd name="connsiteX0" fmla="*/ 30044 w 99061"/>
                <a:gd name="connsiteY0" fmla="*/ 144372 h 275528"/>
                <a:gd name="connsiteX1" fmla="*/ 69017 w 99061"/>
                <a:gd name="connsiteY1" fmla="*/ 144372 h 275528"/>
                <a:gd name="connsiteX2" fmla="*/ 69017 w 99061"/>
                <a:gd name="connsiteY2" fmla="*/ 166124 h 275528"/>
                <a:gd name="connsiteX3" fmla="*/ 99061 w 99061"/>
                <a:gd name="connsiteY3" fmla="*/ 166124 h 275528"/>
                <a:gd name="connsiteX4" fmla="*/ 49531 w 99061"/>
                <a:gd name="connsiteY4" fmla="*/ 275528 h 275528"/>
                <a:gd name="connsiteX5" fmla="*/ 0 w 99061"/>
                <a:gd name="connsiteY5" fmla="*/ 166124 h 275528"/>
                <a:gd name="connsiteX6" fmla="*/ 30044 w 99061"/>
                <a:gd name="connsiteY6" fmla="*/ 166124 h 275528"/>
                <a:gd name="connsiteX7" fmla="*/ 30044 w 99061"/>
                <a:gd name="connsiteY7" fmla="*/ 70077 h 275528"/>
                <a:gd name="connsiteX8" fmla="*/ 69017 w 99061"/>
                <a:gd name="connsiteY8" fmla="*/ 70077 h 275528"/>
                <a:gd name="connsiteX9" fmla="*/ 69017 w 99061"/>
                <a:gd name="connsiteY9" fmla="*/ 98653 h 275528"/>
                <a:gd name="connsiteX10" fmla="*/ 30044 w 99061"/>
                <a:gd name="connsiteY10" fmla="*/ 98653 h 275528"/>
                <a:gd name="connsiteX11" fmla="*/ 30044 w 99061"/>
                <a:gd name="connsiteY11" fmla="*/ 0 h 275528"/>
                <a:gd name="connsiteX12" fmla="*/ 69017 w 99061"/>
                <a:gd name="connsiteY12" fmla="*/ 0 h 275528"/>
                <a:gd name="connsiteX13" fmla="*/ 69017 w 99061"/>
                <a:gd name="connsiteY13" fmla="*/ 24358 h 275528"/>
                <a:gd name="connsiteX14" fmla="*/ 30044 w 99061"/>
                <a:gd name="connsiteY14" fmla="*/ 24358 h 275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61" h="275528">
                  <a:moveTo>
                    <a:pt x="30044" y="144372"/>
                  </a:moveTo>
                  <a:lnTo>
                    <a:pt x="69017" y="144372"/>
                  </a:lnTo>
                  <a:lnTo>
                    <a:pt x="69017" y="166124"/>
                  </a:lnTo>
                  <a:lnTo>
                    <a:pt x="99061" y="166124"/>
                  </a:lnTo>
                  <a:lnTo>
                    <a:pt x="49531" y="275528"/>
                  </a:lnTo>
                  <a:lnTo>
                    <a:pt x="0" y="166124"/>
                  </a:lnTo>
                  <a:lnTo>
                    <a:pt x="30044" y="166124"/>
                  </a:lnTo>
                  <a:close/>
                  <a:moveTo>
                    <a:pt x="30044" y="70077"/>
                  </a:moveTo>
                  <a:lnTo>
                    <a:pt x="69017" y="70077"/>
                  </a:lnTo>
                  <a:lnTo>
                    <a:pt x="69017" y="98653"/>
                  </a:lnTo>
                  <a:lnTo>
                    <a:pt x="30044" y="98653"/>
                  </a:lnTo>
                  <a:close/>
                  <a:moveTo>
                    <a:pt x="30044" y="0"/>
                  </a:moveTo>
                  <a:lnTo>
                    <a:pt x="69017" y="0"/>
                  </a:lnTo>
                  <a:lnTo>
                    <a:pt x="69017" y="24358"/>
                  </a:lnTo>
                  <a:lnTo>
                    <a:pt x="30044" y="2435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2" name="TextBox 1111">
                  <a:extLst>
                    <a:ext uri="{FF2B5EF4-FFF2-40B4-BE49-F238E27FC236}">
                      <a16:creationId xmlns:a16="http://schemas.microsoft.com/office/drawing/2014/main" id="{8F0758FB-E756-BF84-8A16-DE6663E3D371}"/>
                    </a:ext>
                  </a:extLst>
                </p:cNvPr>
                <p:cNvSpPr txBox="1"/>
                <p:nvPr/>
              </p:nvSpPr>
              <p:spPr>
                <a:xfrm>
                  <a:off x="2623984" y="1096415"/>
                  <a:ext cx="243949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Mask ratio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~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a14:m>
                  <a:endPara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12" name="TextBox 1111">
                  <a:extLst>
                    <a:ext uri="{FF2B5EF4-FFF2-40B4-BE49-F238E27FC236}">
                      <a16:creationId xmlns:a16="http://schemas.microsoft.com/office/drawing/2014/main" id="{8F0758FB-E756-BF84-8A16-DE6663E3D3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3984" y="1096415"/>
                  <a:ext cx="243949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1995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3" name="Полилиния: фигура 1112">
              <a:extLst>
                <a:ext uri="{FF2B5EF4-FFF2-40B4-BE49-F238E27FC236}">
                  <a16:creationId xmlns:a16="http://schemas.microsoft.com/office/drawing/2014/main" id="{3BFBCCDA-1CB1-3348-17C1-DADA5B1EF042}"/>
                </a:ext>
              </a:extLst>
            </p:cNvPr>
            <p:cNvSpPr/>
            <p:nvPr/>
          </p:nvSpPr>
          <p:spPr>
            <a:xfrm>
              <a:off x="2942145" y="4303157"/>
              <a:ext cx="99061" cy="275528"/>
            </a:xfrm>
            <a:custGeom>
              <a:avLst/>
              <a:gdLst>
                <a:gd name="connsiteX0" fmla="*/ 30044 w 99061"/>
                <a:gd name="connsiteY0" fmla="*/ 144372 h 275528"/>
                <a:gd name="connsiteX1" fmla="*/ 69017 w 99061"/>
                <a:gd name="connsiteY1" fmla="*/ 144372 h 275528"/>
                <a:gd name="connsiteX2" fmla="*/ 69017 w 99061"/>
                <a:gd name="connsiteY2" fmla="*/ 166124 h 275528"/>
                <a:gd name="connsiteX3" fmla="*/ 99061 w 99061"/>
                <a:gd name="connsiteY3" fmla="*/ 166124 h 275528"/>
                <a:gd name="connsiteX4" fmla="*/ 49531 w 99061"/>
                <a:gd name="connsiteY4" fmla="*/ 275528 h 275528"/>
                <a:gd name="connsiteX5" fmla="*/ 0 w 99061"/>
                <a:gd name="connsiteY5" fmla="*/ 166124 h 275528"/>
                <a:gd name="connsiteX6" fmla="*/ 30044 w 99061"/>
                <a:gd name="connsiteY6" fmla="*/ 166124 h 275528"/>
                <a:gd name="connsiteX7" fmla="*/ 30044 w 99061"/>
                <a:gd name="connsiteY7" fmla="*/ 70077 h 275528"/>
                <a:gd name="connsiteX8" fmla="*/ 69017 w 99061"/>
                <a:gd name="connsiteY8" fmla="*/ 70077 h 275528"/>
                <a:gd name="connsiteX9" fmla="*/ 69017 w 99061"/>
                <a:gd name="connsiteY9" fmla="*/ 98653 h 275528"/>
                <a:gd name="connsiteX10" fmla="*/ 30044 w 99061"/>
                <a:gd name="connsiteY10" fmla="*/ 98653 h 275528"/>
                <a:gd name="connsiteX11" fmla="*/ 30044 w 99061"/>
                <a:gd name="connsiteY11" fmla="*/ 0 h 275528"/>
                <a:gd name="connsiteX12" fmla="*/ 69017 w 99061"/>
                <a:gd name="connsiteY12" fmla="*/ 0 h 275528"/>
                <a:gd name="connsiteX13" fmla="*/ 69017 w 99061"/>
                <a:gd name="connsiteY13" fmla="*/ 24358 h 275528"/>
                <a:gd name="connsiteX14" fmla="*/ 30044 w 99061"/>
                <a:gd name="connsiteY14" fmla="*/ 24358 h 275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061" h="275528">
                  <a:moveTo>
                    <a:pt x="30044" y="144372"/>
                  </a:moveTo>
                  <a:lnTo>
                    <a:pt x="69017" y="144372"/>
                  </a:lnTo>
                  <a:lnTo>
                    <a:pt x="69017" y="166124"/>
                  </a:lnTo>
                  <a:lnTo>
                    <a:pt x="99061" y="166124"/>
                  </a:lnTo>
                  <a:lnTo>
                    <a:pt x="49531" y="275528"/>
                  </a:lnTo>
                  <a:lnTo>
                    <a:pt x="0" y="166124"/>
                  </a:lnTo>
                  <a:lnTo>
                    <a:pt x="30044" y="166124"/>
                  </a:lnTo>
                  <a:close/>
                  <a:moveTo>
                    <a:pt x="30044" y="70077"/>
                  </a:moveTo>
                  <a:lnTo>
                    <a:pt x="69017" y="70077"/>
                  </a:lnTo>
                  <a:lnTo>
                    <a:pt x="69017" y="98653"/>
                  </a:lnTo>
                  <a:lnTo>
                    <a:pt x="30044" y="98653"/>
                  </a:lnTo>
                  <a:close/>
                  <a:moveTo>
                    <a:pt x="30044" y="0"/>
                  </a:moveTo>
                  <a:lnTo>
                    <a:pt x="69017" y="0"/>
                  </a:lnTo>
                  <a:lnTo>
                    <a:pt x="69017" y="24358"/>
                  </a:lnTo>
                  <a:lnTo>
                    <a:pt x="30044" y="2435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36" name="Полилиния: фигура 1135">
              <a:extLst>
                <a:ext uri="{FF2B5EF4-FFF2-40B4-BE49-F238E27FC236}">
                  <a16:creationId xmlns:a16="http://schemas.microsoft.com/office/drawing/2014/main" id="{3FDC8A26-8E08-8E09-F248-1ADE5DB2EC97}"/>
                </a:ext>
              </a:extLst>
            </p:cNvPr>
            <p:cNvSpPr/>
            <p:nvPr/>
          </p:nvSpPr>
          <p:spPr>
            <a:xfrm>
              <a:off x="2941927" y="3927221"/>
              <a:ext cx="99061" cy="275528"/>
            </a:xfrm>
            <a:custGeom>
              <a:avLst/>
              <a:gdLst>
                <a:gd name="connsiteX0" fmla="*/ 30044 w 99061"/>
                <a:gd name="connsiteY0" fmla="*/ 121596 h 275528"/>
                <a:gd name="connsiteX1" fmla="*/ 69017 w 99061"/>
                <a:gd name="connsiteY1" fmla="*/ 121596 h 275528"/>
                <a:gd name="connsiteX2" fmla="*/ 69017 w 99061"/>
                <a:gd name="connsiteY2" fmla="*/ 166124 h 275528"/>
                <a:gd name="connsiteX3" fmla="*/ 99061 w 99061"/>
                <a:gd name="connsiteY3" fmla="*/ 166124 h 275528"/>
                <a:gd name="connsiteX4" fmla="*/ 49531 w 99061"/>
                <a:gd name="connsiteY4" fmla="*/ 275528 h 275528"/>
                <a:gd name="connsiteX5" fmla="*/ 0 w 99061"/>
                <a:gd name="connsiteY5" fmla="*/ 166124 h 275528"/>
                <a:gd name="connsiteX6" fmla="*/ 30044 w 99061"/>
                <a:gd name="connsiteY6" fmla="*/ 166124 h 275528"/>
                <a:gd name="connsiteX7" fmla="*/ 30044 w 99061"/>
                <a:gd name="connsiteY7" fmla="*/ 0 h 275528"/>
                <a:gd name="connsiteX8" fmla="*/ 69017 w 99061"/>
                <a:gd name="connsiteY8" fmla="*/ 0 h 275528"/>
                <a:gd name="connsiteX9" fmla="*/ 69017 w 99061"/>
                <a:gd name="connsiteY9" fmla="*/ 75877 h 275528"/>
                <a:gd name="connsiteX10" fmla="*/ 30044 w 99061"/>
                <a:gd name="connsiteY10" fmla="*/ 75877 h 275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061" h="275528">
                  <a:moveTo>
                    <a:pt x="30044" y="121596"/>
                  </a:moveTo>
                  <a:lnTo>
                    <a:pt x="69017" y="121596"/>
                  </a:lnTo>
                  <a:lnTo>
                    <a:pt x="69017" y="166124"/>
                  </a:lnTo>
                  <a:lnTo>
                    <a:pt x="99061" y="166124"/>
                  </a:lnTo>
                  <a:lnTo>
                    <a:pt x="49531" y="275528"/>
                  </a:lnTo>
                  <a:lnTo>
                    <a:pt x="0" y="166124"/>
                  </a:lnTo>
                  <a:lnTo>
                    <a:pt x="30044" y="166124"/>
                  </a:lnTo>
                  <a:close/>
                  <a:moveTo>
                    <a:pt x="30044" y="0"/>
                  </a:moveTo>
                  <a:lnTo>
                    <a:pt x="69017" y="0"/>
                  </a:lnTo>
                  <a:lnTo>
                    <a:pt x="69017" y="75877"/>
                  </a:lnTo>
                  <a:lnTo>
                    <a:pt x="30044" y="75877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4" name="Прямоугольник: скругленные углы 1163">
              <a:extLst>
                <a:ext uri="{FF2B5EF4-FFF2-40B4-BE49-F238E27FC236}">
                  <a16:creationId xmlns:a16="http://schemas.microsoft.com/office/drawing/2014/main" id="{8E308F27-D815-1449-BF19-8B37875CE501}"/>
                </a:ext>
              </a:extLst>
            </p:cNvPr>
            <p:cNvSpPr/>
            <p:nvPr/>
          </p:nvSpPr>
          <p:spPr>
            <a:xfrm>
              <a:off x="381201" y="3763792"/>
              <a:ext cx="4237626" cy="907515"/>
            </a:xfrm>
            <a:prstGeom prst="roundRect">
              <a:avLst>
                <a:gd name="adj" fmla="val 12425"/>
              </a:avLst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Рисунок 2" descr="Изображение выглядит как текст, диаграмма, снимок экрана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95C3B0-E85B-1A80-90AC-1241ADA9B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702" y="5630283"/>
            <a:ext cx="11561587" cy="5040313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43116C4-C4CC-219E-2242-91269F800DE1}"/>
              </a:ext>
            </a:extLst>
          </p:cNvPr>
          <p:cNvSpPr/>
          <p:nvPr/>
        </p:nvSpPr>
        <p:spPr>
          <a:xfrm>
            <a:off x="300955" y="2017398"/>
            <a:ext cx="1334125" cy="599607"/>
          </a:xfrm>
          <a:prstGeom prst="rect">
            <a:avLst/>
          </a:prstGeom>
          <a:solidFill>
            <a:srgbClr val="A5D7F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Данные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Овал 4">
                <a:extLst>
                  <a:ext uri="{FF2B5EF4-FFF2-40B4-BE49-F238E27FC236}">
                    <a16:creationId xmlns:a16="http://schemas.microsoft.com/office/drawing/2014/main" id="{F1914276-B045-A097-E3E5-17C4A07B99CC}"/>
                  </a:ext>
                </a:extLst>
              </p:cNvPr>
              <p:cNvSpPr/>
              <p:nvPr/>
            </p:nvSpPr>
            <p:spPr>
              <a:xfrm>
                <a:off x="2993166" y="1604222"/>
                <a:ext cx="599608" cy="599608"/>
              </a:xfrm>
              <a:prstGeom prst="ellipse">
                <a:avLst/>
              </a:prstGeom>
              <a:solidFill>
                <a:srgbClr val="A5D7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numCol="2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Овал 4">
                <a:extLst>
                  <a:ext uri="{FF2B5EF4-FFF2-40B4-BE49-F238E27FC236}">
                    <a16:creationId xmlns:a16="http://schemas.microsoft.com/office/drawing/2014/main" id="{F1914276-B045-A097-E3E5-17C4A07B99C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166" y="1604222"/>
                <a:ext cx="599608" cy="59960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Овал 5">
                <a:extLst>
                  <a:ext uri="{FF2B5EF4-FFF2-40B4-BE49-F238E27FC236}">
                    <a16:creationId xmlns:a16="http://schemas.microsoft.com/office/drawing/2014/main" id="{EB6EE51B-4713-262A-A6F9-90F5B46F0FA7}"/>
                  </a:ext>
                </a:extLst>
              </p:cNvPr>
              <p:cNvSpPr/>
              <p:nvPr/>
            </p:nvSpPr>
            <p:spPr>
              <a:xfrm>
                <a:off x="2991916" y="2468110"/>
                <a:ext cx="599608" cy="599608"/>
              </a:xfrm>
              <a:prstGeom prst="ellipse">
                <a:avLst/>
              </a:prstGeom>
              <a:solidFill>
                <a:srgbClr val="A5D7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numCol="2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Овал 5">
                <a:extLst>
                  <a:ext uri="{FF2B5EF4-FFF2-40B4-BE49-F238E27FC236}">
                    <a16:creationId xmlns:a16="http://schemas.microsoft.com/office/drawing/2014/main" id="{EB6EE51B-4713-262A-A6F9-90F5B46F0F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1916" y="2468110"/>
                <a:ext cx="599608" cy="59960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F8533401-9EB2-35B2-8A37-4381090B7FE2}"/>
                  </a:ext>
                </a:extLst>
              </p:cNvPr>
              <p:cNvSpPr/>
              <p:nvPr/>
            </p:nvSpPr>
            <p:spPr>
              <a:xfrm>
                <a:off x="4120499" y="704526"/>
                <a:ext cx="599608" cy="599608"/>
              </a:xfrm>
              <a:prstGeom prst="ellipse">
                <a:avLst/>
              </a:prstGeom>
              <a:solidFill>
                <a:srgbClr val="A5D7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numCol="2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Овал 6">
                <a:extLst>
                  <a:ext uri="{FF2B5EF4-FFF2-40B4-BE49-F238E27FC236}">
                    <a16:creationId xmlns:a16="http://schemas.microsoft.com/office/drawing/2014/main" id="{F8533401-9EB2-35B2-8A37-4381090B7FE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499" y="704526"/>
                <a:ext cx="599608" cy="59960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DB68D31E-E8D0-EABE-95E9-6CC0C3748FEB}"/>
                  </a:ext>
                </a:extLst>
              </p:cNvPr>
              <p:cNvSpPr/>
              <p:nvPr/>
            </p:nvSpPr>
            <p:spPr>
              <a:xfrm>
                <a:off x="6583496" y="2036166"/>
                <a:ext cx="599608" cy="599608"/>
              </a:xfrm>
              <a:prstGeom prst="ellipse">
                <a:avLst/>
              </a:prstGeom>
              <a:solidFill>
                <a:srgbClr val="A5D7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numCol="2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𝑢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" name="Овал 7">
                <a:extLst>
                  <a:ext uri="{FF2B5EF4-FFF2-40B4-BE49-F238E27FC236}">
                    <a16:creationId xmlns:a16="http://schemas.microsoft.com/office/drawing/2014/main" id="{DB68D31E-E8D0-EABE-95E9-6CC0C3748F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3496" y="2036166"/>
                <a:ext cx="599608" cy="599608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0E20467-1C39-C6F3-8EF9-28E24C2E7015}"/>
              </a:ext>
            </a:extLst>
          </p:cNvPr>
          <p:cNvSpPr txBox="1"/>
          <p:nvPr/>
        </p:nvSpPr>
        <p:spPr>
          <a:xfrm>
            <a:off x="7702519" y="184938"/>
            <a:ext cx="14897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Уравнение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200356-244C-897A-A9A1-0C87283E42AB}"/>
              </a:ext>
            </a:extLst>
          </p:cNvPr>
          <p:cNvSpPr txBox="1"/>
          <p:nvPr/>
        </p:nvSpPr>
        <p:spPr>
          <a:xfrm>
            <a:off x="13225356" y="135239"/>
            <a:ext cx="41477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Обратное распространение ошибки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40041-4173-C78F-DAA6-926DAFED56DE}"/>
              </a:ext>
            </a:extLst>
          </p:cNvPr>
          <p:cNvSpPr txBox="1"/>
          <p:nvPr/>
        </p:nvSpPr>
        <p:spPr>
          <a:xfrm>
            <a:off x="15552153" y="1451569"/>
            <a:ext cx="18209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Минимизация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84D573-6498-37A4-1BDF-E771D70716AB}"/>
              </a:ext>
            </a:extLst>
          </p:cNvPr>
          <p:cNvSpPr txBox="1"/>
          <p:nvPr/>
        </p:nvSpPr>
        <p:spPr>
          <a:xfrm>
            <a:off x="7702519" y="2198960"/>
            <a:ext cx="3769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Начальные и граничные условия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5D58EA-2E12-649C-4515-5ED302262098}"/>
              </a:ext>
            </a:extLst>
          </p:cNvPr>
          <p:cNvSpPr txBox="1"/>
          <p:nvPr/>
        </p:nvSpPr>
        <p:spPr>
          <a:xfrm>
            <a:off x="1248420" y="4305760"/>
            <a:ext cx="4773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Переопределение точек с учетом ошибки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74A0CDB-E60A-4358-A09E-EDF9F2143993}"/>
                  </a:ext>
                </a:extLst>
              </p:cNvPr>
              <p:cNvSpPr txBox="1"/>
              <p:nvPr/>
            </p:nvSpPr>
            <p:spPr>
              <a:xfrm>
                <a:off x="2890021" y="177442"/>
                <a:ext cx="443743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Нейронная сеть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en-US" sz="20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en-US" sz="2000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l-GR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=</m:t>
                    </m:r>
                    <m:sSub>
                      <m:sSubPr>
                        <m:ctrlPr>
                          <a:rPr lang="pt-BR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pt-BR" sz="2000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74A0CDB-E60A-4358-A09E-EDF9F21439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0021" y="177442"/>
                <a:ext cx="4437439" cy="400110"/>
              </a:xfrm>
              <a:prstGeom prst="rect">
                <a:avLst/>
              </a:prstGeom>
              <a:blipFill>
                <a:blip r:embed="rId10"/>
                <a:stretch>
                  <a:fillRect l="-1374" t="-909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D3B3976F-02F2-2691-CC28-805ED922AD78}"/>
              </a:ext>
            </a:extLst>
          </p:cNvPr>
          <p:cNvSpPr txBox="1"/>
          <p:nvPr/>
        </p:nvSpPr>
        <p:spPr>
          <a:xfrm>
            <a:off x="13630747" y="4292479"/>
            <a:ext cx="25884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оптимизатора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877C05BA-C504-DEAB-2EA4-21FB3BDB40D8}"/>
                  </a:ext>
                </a:extLst>
              </p:cNvPr>
              <p:cNvSpPr/>
              <p:nvPr/>
            </p:nvSpPr>
            <p:spPr>
              <a:xfrm>
                <a:off x="5459802" y="704526"/>
                <a:ext cx="599608" cy="599608"/>
              </a:xfrm>
              <a:prstGeom prst="ellipse">
                <a:avLst/>
              </a:prstGeom>
              <a:solidFill>
                <a:srgbClr val="A5D7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numCol="2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4" name="Овал 33">
                <a:extLst>
                  <a:ext uri="{FF2B5EF4-FFF2-40B4-BE49-F238E27FC236}">
                    <a16:creationId xmlns:a16="http://schemas.microsoft.com/office/drawing/2014/main" id="{877C05BA-C504-DEAB-2EA4-21FB3BDB40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802" y="704526"/>
                <a:ext cx="599608" cy="599608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1AC96324-544D-F054-65AC-8D44B54FFB54}"/>
                  </a:ext>
                </a:extLst>
              </p:cNvPr>
              <p:cNvSpPr/>
              <p:nvPr/>
            </p:nvSpPr>
            <p:spPr>
              <a:xfrm>
                <a:off x="4120499" y="1604222"/>
                <a:ext cx="599608" cy="599608"/>
              </a:xfrm>
              <a:prstGeom prst="ellipse">
                <a:avLst/>
              </a:prstGeom>
              <a:solidFill>
                <a:srgbClr val="A5D7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numCol="2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5" name="Овал 34">
                <a:extLst>
                  <a:ext uri="{FF2B5EF4-FFF2-40B4-BE49-F238E27FC236}">
                    <a16:creationId xmlns:a16="http://schemas.microsoft.com/office/drawing/2014/main" id="{1AC96324-544D-F054-65AC-8D44B54FFB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499" y="1604222"/>
                <a:ext cx="599608" cy="599608"/>
              </a:xfrm>
              <a:prstGeom prst="ellipse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27E3B2BB-0DBC-373B-6ED5-FC0A4BB1B383}"/>
                  </a:ext>
                </a:extLst>
              </p:cNvPr>
              <p:cNvSpPr/>
              <p:nvPr/>
            </p:nvSpPr>
            <p:spPr>
              <a:xfrm>
                <a:off x="5459802" y="1604222"/>
                <a:ext cx="599608" cy="599608"/>
              </a:xfrm>
              <a:prstGeom prst="ellipse">
                <a:avLst/>
              </a:prstGeom>
              <a:solidFill>
                <a:srgbClr val="A5D7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numCol="2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6" name="Овал 35">
                <a:extLst>
                  <a:ext uri="{FF2B5EF4-FFF2-40B4-BE49-F238E27FC236}">
                    <a16:creationId xmlns:a16="http://schemas.microsoft.com/office/drawing/2014/main" id="{27E3B2BB-0DBC-373B-6ED5-FC0A4BB1B3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802" y="1604222"/>
                <a:ext cx="599608" cy="599608"/>
              </a:xfrm>
              <a:prstGeom prst="ellipse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95C5E7BC-8C4B-5B20-C4DE-BA5BE8886507}"/>
                  </a:ext>
                </a:extLst>
              </p:cNvPr>
              <p:cNvSpPr/>
              <p:nvPr/>
            </p:nvSpPr>
            <p:spPr>
              <a:xfrm>
                <a:off x="4120499" y="3406348"/>
                <a:ext cx="599608" cy="599608"/>
              </a:xfrm>
              <a:prstGeom prst="ellipse">
                <a:avLst/>
              </a:prstGeom>
              <a:solidFill>
                <a:srgbClr val="A5D7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numCol="2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9" name="Овал 38">
                <a:extLst>
                  <a:ext uri="{FF2B5EF4-FFF2-40B4-BE49-F238E27FC236}">
                    <a16:creationId xmlns:a16="http://schemas.microsoft.com/office/drawing/2014/main" id="{95C5E7BC-8C4B-5B20-C4DE-BA5BE88865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499" y="3406348"/>
                <a:ext cx="599608" cy="599608"/>
              </a:xfrm>
              <a:prstGeom prst="ellipse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6B2811E2-C5C0-1024-D6C5-6438D3DAE229}"/>
                  </a:ext>
                </a:extLst>
              </p:cNvPr>
              <p:cNvSpPr/>
              <p:nvPr/>
            </p:nvSpPr>
            <p:spPr>
              <a:xfrm>
                <a:off x="5459802" y="3406348"/>
                <a:ext cx="599608" cy="599608"/>
              </a:xfrm>
              <a:prstGeom prst="ellipse">
                <a:avLst/>
              </a:prstGeom>
              <a:solidFill>
                <a:srgbClr val="A5D7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numCol="2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𝜎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0" name="Овал 39">
                <a:extLst>
                  <a:ext uri="{FF2B5EF4-FFF2-40B4-BE49-F238E27FC236}">
                    <a16:creationId xmlns:a16="http://schemas.microsoft.com/office/drawing/2014/main" id="{6B2811E2-C5C0-1024-D6C5-6438D3DAE2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59802" y="3406348"/>
                <a:ext cx="599608" cy="599608"/>
              </a:xfrm>
              <a:prstGeom prst="ellipse">
                <a:avLst/>
              </a:prstGeom>
              <a:blipFill>
                <a:blip r:embed="rId1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C035E941-B353-172A-FDAC-269D5651F7D6}"/>
              </a:ext>
            </a:extLst>
          </p:cNvPr>
          <p:cNvCxnSpPr>
            <a:stCxn id="5" idx="6"/>
            <a:endCxn id="7" idx="2"/>
          </p:cNvCxnSpPr>
          <p:nvPr/>
        </p:nvCxnSpPr>
        <p:spPr>
          <a:xfrm flipV="1">
            <a:off x="3592774" y="1004330"/>
            <a:ext cx="527725" cy="899696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D8A786B0-CE86-2139-D856-4F33029E6F7D}"/>
              </a:ext>
            </a:extLst>
          </p:cNvPr>
          <p:cNvCxnSpPr>
            <a:cxnSpLocks/>
            <a:stCxn id="5" idx="6"/>
            <a:endCxn id="35" idx="2"/>
          </p:cNvCxnSpPr>
          <p:nvPr/>
        </p:nvCxnSpPr>
        <p:spPr>
          <a:xfrm>
            <a:off x="3592774" y="1904026"/>
            <a:ext cx="527725" cy="0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D47A70F4-ABBA-5205-A4B4-E6E2DAD45770}"/>
              </a:ext>
            </a:extLst>
          </p:cNvPr>
          <p:cNvCxnSpPr>
            <a:cxnSpLocks/>
            <a:stCxn id="5" idx="6"/>
            <a:endCxn id="39" idx="2"/>
          </p:cNvCxnSpPr>
          <p:nvPr/>
        </p:nvCxnSpPr>
        <p:spPr>
          <a:xfrm>
            <a:off x="3592774" y="1904026"/>
            <a:ext cx="527725" cy="1802126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E7996637-E9EE-D780-B56F-A7E055A5C577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 flipV="1">
            <a:off x="3591524" y="1004330"/>
            <a:ext cx="528975" cy="1763584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>
            <a:extLst>
              <a:ext uri="{FF2B5EF4-FFF2-40B4-BE49-F238E27FC236}">
                <a16:creationId xmlns:a16="http://schemas.microsoft.com/office/drawing/2014/main" id="{68A6E8D4-4C7C-AAAF-32A6-E7BB54961901}"/>
              </a:ext>
            </a:extLst>
          </p:cNvPr>
          <p:cNvCxnSpPr>
            <a:cxnSpLocks/>
            <a:stCxn id="6" idx="6"/>
            <a:endCxn id="35" idx="2"/>
          </p:cNvCxnSpPr>
          <p:nvPr/>
        </p:nvCxnSpPr>
        <p:spPr>
          <a:xfrm flipV="1">
            <a:off x="3591524" y="1904026"/>
            <a:ext cx="528975" cy="863888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>
            <a:extLst>
              <a:ext uri="{FF2B5EF4-FFF2-40B4-BE49-F238E27FC236}">
                <a16:creationId xmlns:a16="http://schemas.microsoft.com/office/drawing/2014/main" id="{0AEB052A-D169-0FB2-03D0-135448218FB5}"/>
              </a:ext>
            </a:extLst>
          </p:cNvPr>
          <p:cNvCxnSpPr>
            <a:cxnSpLocks/>
            <a:stCxn id="6" idx="6"/>
            <a:endCxn id="39" idx="2"/>
          </p:cNvCxnSpPr>
          <p:nvPr/>
        </p:nvCxnSpPr>
        <p:spPr>
          <a:xfrm>
            <a:off x="3591524" y="2767914"/>
            <a:ext cx="528975" cy="938238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Прямая со стрелкой 57">
            <a:extLst>
              <a:ext uri="{FF2B5EF4-FFF2-40B4-BE49-F238E27FC236}">
                <a16:creationId xmlns:a16="http://schemas.microsoft.com/office/drawing/2014/main" id="{F46703D3-4660-4F66-E111-4940D97B719A}"/>
              </a:ext>
            </a:extLst>
          </p:cNvPr>
          <p:cNvCxnSpPr>
            <a:cxnSpLocks/>
            <a:stCxn id="7" idx="6"/>
            <a:endCxn id="34" idx="2"/>
          </p:cNvCxnSpPr>
          <p:nvPr/>
        </p:nvCxnSpPr>
        <p:spPr>
          <a:xfrm>
            <a:off x="4720107" y="1004330"/>
            <a:ext cx="739695" cy="0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 стрелкой 60">
            <a:extLst>
              <a:ext uri="{FF2B5EF4-FFF2-40B4-BE49-F238E27FC236}">
                <a16:creationId xmlns:a16="http://schemas.microsoft.com/office/drawing/2014/main" id="{940AE14E-B801-D7B0-2A8E-D6584BB76501}"/>
              </a:ext>
            </a:extLst>
          </p:cNvPr>
          <p:cNvCxnSpPr>
            <a:cxnSpLocks/>
            <a:stCxn id="7" idx="6"/>
            <a:endCxn id="36" idx="2"/>
          </p:cNvCxnSpPr>
          <p:nvPr/>
        </p:nvCxnSpPr>
        <p:spPr>
          <a:xfrm>
            <a:off x="4720107" y="1004330"/>
            <a:ext cx="739695" cy="899696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Прямая со стрелкой 1023">
            <a:extLst>
              <a:ext uri="{FF2B5EF4-FFF2-40B4-BE49-F238E27FC236}">
                <a16:creationId xmlns:a16="http://schemas.microsoft.com/office/drawing/2014/main" id="{BC17B65B-19F3-5830-6109-C2A07B0211F6}"/>
              </a:ext>
            </a:extLst>
          </p:cNvPr>
          <p:cNvCxnSpPr>
            <a:cxnSpLocks/>
            <a:stCxn id="7" idx="6"/>
            <a:endCxn id="40" idx="2"/>
          </p:cNvCxnSpPr>
          <p:nvPr/>
        </p:nvCxnSpPr>
        <p:spPr>
          <a:xfrm>
            <a:off x="4720107" y="1004330"/>
            <a:ext cx="739695" cy="2701822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7" name="Прямая со стрелкой 1026">
            <a:extLst>
              <a:ext uri="{FF2B5EF4-FFF2-40B4-BE49-F238E27FC236}">
                <a16:creationId xmlns:a16="http://schemas.microsoft.com/office/drawing/2014/main" id="{6086180B-DAD9-A97F-6A70-B0206D02B9AE}"/>
              </a:ext>
            </a:extLst>
          </p:cNvPr>
          <p:cNvCxnSpPr>
            <a:cxnSpLocks/>
            <a:stCxn id="35" idx="6"/>
            <a:endCxn id="34" idx="2"/>
          </p:cNvCxnSpPr>
          <p:nvPr/>
        </p:nvCxnSpPr>
        <p:spPr>
          <a:xfrm flipV="1">
            <a:off x="4720107" y="1004330"/>
            <a:ext cx="739695" cy="899696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1" name="Прямая со стрелкой 1030">
            <a:extLst>
              <a:ext uri="{FF2B5EF4-FFF2-40B4-BE49-F238E27FC236}">
                <a16:creationId xmlns:a16="http://schemas.microsoft.com/office/drawing/2014/main" id="{B026A3D1-F8C5-24E8-D514-D2D3A500AF13}"/>
              </a:ext>
            </a:extLst>
          </p:cNvPr>
          <p:cNvCxnSpPr>
            <a:cxnSpLocks/>
            <a:stCxn id="35" idx="6"/>
            <a:endCxn id="36" idx="2"/>
          </p:cNvCxnSpPr>
          <p:nvPr/>
        </p:nvCxnSpPr>
        <p:spPr>
          <a:xfrm>
            <a:off x="4720107" y="1904026"/>
            <a:ext cx="739695" cy="0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Прямая со стрелкой 1033">
            <a:extLst>
              <a:ext uri="{FF2B5EF4-FFF2-40B4-BE49-F238E27FC236}">
                <a16:creationId xmlns:a16="http://schemas.microsoft.com/office/drawing/2014/main" id="{0A9479FE-DBD5-DCF1-F9CC-219692C17F6F}"/>
              </a:ext>
            </a:extLst>
          </p:cNvPr>
          <p:cNvCxnSpPr>
            <a:cxnSpLocks/>
            <a:stCxn id="35" idx="6"/>
            <a:endCxn id="40" idx="2"/>
          </p:cNvCxnSpPr>
          <p:nvPr/>
        </p:nvCxnSpPr>
        <p:spPr>
          <a:xfrm>
            <a:off x="4720107" y="1904026"/>
            <a:ext cx="739695" cy="1802126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Прямая со стрелкой 1036">
            <a:extLst>
              <a:ext uri="{FF2B5EF4-FFF2-40B4-BE49-F238E27FC236}">
                <a16:creationId xmlns:a16="http://schemas.microsoft.com/office/drawing/2014/main" id="{5341CD9B-CDD6-7090-4E0B-6AE36F1DE116}"/>
              </a:ext>
            </a:extLst>
          </p:cNvPr>
          <p:cNvCxnSpPr>
            <a:cxnSpLocks/>
            <a:stCxn id="39" idx="6"/>
            <a:endCxn id="40" idx="2"/>
          </p:cNvCxnSpPr>
          <p:nvPr/>
        </p:nvCxnSpPr>
        <p:spPr>
          <a:xfrm>
            <a:off x="4720107" y="3706152"/>
            <a:ext cx="739695" cy="0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1" name="Прямая со стрелкой 1040">
            <a:extLst>
              <a:ext uri="{FF2B5EF4-FFF2-40B4-BE49-F238E27FC236}">
                <a16:creationId xmlns:a16="http://schemas.microsoft.com/office/drawing/2014/main" id="{3323F365-49F9-28B2-C155-B55AFF4341D6}"/>
              </a:ext>
            </a:extLst>
          </p:cNvPr>
          <p:cNvCxnSpPr>
            <a:cxnSpLocks/>
            <a:stCxn id="39" idx="6"/>
            <a:endCxn id="36" idx="2"/>
          </p:cNvCxnSpPr>
          <p:nvPr/>
        </p:nvCxnSpPr>
        <p:spPr>
          <a:xfrm flipV="1">
            <a:off x="4720107" y="1904026"/>
            <a:ext cx="739695" cy="1802126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4" name="Прямая со стрелкой 1043">
            <a:extLst>
              <a:ext uri="{FF2B5EF4-FFF2-40B4-BE49-F238E27FC236}">
                <a16:creationId xmlns:a16="http://schemas.microsoft.com/office/drawing/2014/main" id="{2A3732B8-8C60-A2AE-4A46-BDCF6280A025}"/>
              </a:ext>
            </a:extLst>
          </p:cNvPr>
          <p:cNvCxnSpPr>
            <a:cxnSpLocks/>
            <a:stCxn id="39" idx="6"/>
            <a:endCxn id="34" idx="2"/>
          </p:cNvCxnSpPr>
          <p:nvPr/>
        </p:nvCxnSpPr>
        <p:spPr>
          <a:xfrm flipV="1">
            <a:off x="4720107" y="1004330"/>
            <a:ext cx="739695" cy="2701822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7" name="Прямая со стрелкой 1046">
            <a:extLst>
              <a:ext uri="{FF2B5EF4-FFF2-40B4-BE49-F238E27FC236}">
                <a16:creationId xmlns:a16="http://schemas.microsoft.com/office/drawing/2014/main" id="{A2D41001-C7F6-FBB9-0A2C-D5552ED866AA}"/>
              </a:ext>
            </a:extLst>
          </p:cNvPr>
          <p:cNvCxnSpPr>
            <a:cxnSpLocks/>
            <a:stCxn id="40" idx="6"/>
            <a:endCxn id="8" idx="2"/>
          </p:cNvCxnSpPr>
          <p:nvPr/>
        </p:nvCxnSpPr>
        <p:spPr>
          <a:xfrm flipV="1">
            <a:off x="6059410" y="2335970"/>
            <a:ext cx="524086" cy="1370182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0" name="Прямая со стрелкой 1049">
            <a:extLst>
              <a:ext uri="{FF2B5EF4-FFF2-40B4-BE49-F238E27FC236}">
                <a16:creationId xmlns:a16="http://schemas.microsoft.com/office/drawing/2014/main" id="{24D2506D-FC9C-822D-9B13-9E657E30801E}"/>
              </a:ext>
            </a:extLst>
          </p:cNvPr>
          <p:cNvCxnSpPr>
            <a:cxnSpLocks/>
            <a:stCxn id="36" idx="6"/>
            <a:endCxn id="8" idx="2"/>
          </p:cNvCxnSpPr>
          <p:nvPr/>
        </p:nvCxnSpPr>
        <p:spPr>
          <a:xfrm>
            <a:off x="6059410" y="1904026"/>
            <a:ext cx="524086" cy="431944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7" name="Прямая со стрелкой 1106">
            <a:extLst>
              <a:ext uri="{FF2B5EF4-FFF2-40B4-BE49-F238E27FC236}">
                <a16:creationId xmlns:a16="http://schemas.microsoft.com/office/drawing/2014/main" id="{670E8D07-D78E-3541-61C1-689CE97B964A}"/>
              </a:ext>
            </a:extLst>
          </p:cNvPr>
          <p:cNvCxnSpPr>
            <a:cxnSpLocks/>
            <a:stCxn id="34" idx="6"/>
            <a:endCxn id="8" idx="2"/>
          </p:cNvCxnSpPr>
          <p:nvPr/>
        </p:nvCxnSpPr>
        <p:spPr>
          <a:xfrm>
            <a:off x="6059410" y="1004330"/>
            <a:ext cx="524086" cy="1331640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5" name="TextBox 1144">
            <a:extLst>
              <a:ext uri="{FF2B5EF4-FFF2-40B4-BE49-F238E27FC236}">
                <a16:creationId xmlns:a16="http://schemas.microsoft.com/office/drawing/2014/main" id="{211AEEC1-7E90-2E82-FBEE-2E23C7467F92}"/>
              </a:ext>
            </a:extLst>
          </p:cNvPr>
          <p:cNvSpPr txBox="1"/>
          <p:nvPr/>
        </p:nvSpPr>
        <p:spPr>
          <a:xfrm>
            <a:off x="300954" y="585048"/>
            <a:ext cx="19389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функции активации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0" name="Прямоугольник: скругленные углы 1149">
            <a:extLst>
              <a:ext uri="{FF2B5EF4-FFF2-40B4-BE49-F238E27FC236}">
                <a16:creationId xmlns:a16="http://schemas.microsoft.com/office/drawing/2014/main" id="{CE95B03B-1C8C-A480-4E00-0ECCAD20A6CC}"/>
              </a:ext>
            </a:extLst>
          </p:cNvPr>
          <p:cNvSpPr/>
          <p:nvPr/>
        </p:nvSpPr>
        <p:spPr>
          <a:xfrm>
            <a:off x="2890022" y="585048"/>
            <a:ext cx="4437440" cy="3517156"/>
          </a:xfrm>
          <a:prstGeom prst="roundRect">
            <a:avLst>
              <a:gd name="adj" fmla="val 4751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1" name="Прямоугольник: скругленные углы 1150">
            <a:extLst>
              <a:ext uri="{FF2B5EF4-FFF2-40B4-BE49-F238E27FC236}">
                <a16:creationId xmlns:a16="http://schemas.microsoft.com/office/drawing/2014/main" id="{EF73338C-6444-78D3-84F0-066BED50EE75}"/>
              </a:ext>
            </a:extLst>
          </p:cNvPr>
          <p:cNvSpPr/>
          <p:nvPr/>
        </p:nvSpPr>
        <p:spPr>
          <a:xfrm>
            <a:off x="7707190" y="585049"/>
            <a:ext cx="3291409" cy="1182940"/>
          </a:xfrm>
          <a:prstGeom prst="roundRect">
            <a:avLst>
              <a:gd name="adj" fmla="val 11964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2" name="Прямоугольник: скругленные углы 1151">
            <a:extLst>
              <a:ext uri="{FF2B5EF4-FFF2-40B4-BE49-F238E27FC236}">
                <a16:creationId xmlns:a16="http://schemas.microsoft.com/office/drawing/2014/main" id="{B9E8C609-C569-80EF-2DE9-473D33F97710}"/>
              </a:ext>
            </a:extLst>
          </p:cNvPr>
          <p:cNvSpPr/>
          <p:nvPr/>
        </p:nvSpPr>
        <p:spPr>
          <a:xfrm>
            <a:off x="7707190" y="2616404"/>
            <a:ext cx="3291409" cy="1801932"/>
          </a:xfrm>
          <a:prstGeom prst="roundRect">
            <a:avLst>
              <a:gd name="adj" fmla="val 11964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70" name="Соединитель: уступ 1169">
            <a:extLst>
              <a:ext uri="{FF2B5EF4-FFF2-40B4-BE49-F238E27FC236}">
                <a16:creationId xmlns:a16="http://schemas.microsoft.com/office/drawing/2014/main" id="{ED264127-B9B2-EE97-1375-627B7C8A8161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1635080" y="2317202"/>
            <a:ext cx="1254942" cy="467835"/>
          </a:xfrm>
          <a:prstGeom prst="bentConnector3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2" name="Соединитель: уступ 1171">
            <a:extLst>
              <a:ext uri="{FF2B5EF4-FFF2-40B4-BE49-F238E27FC236}">
                <a16:creationId xmlns:a16="http://schemas.microsoft.com/office/drawing/2014/main" id="{81EF9E72-81EB-B28A-AB3C-E2242849C6E4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1635080" y="1912961"/>
            <a:ext cx="1254942" cy="404241"/>
          </a:xfrm>
          <a:prstGeom prst="bentConnector3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5" name="Соединитель: уступ 1174">
            <a:extLst>
              <a:ext uri="{FF2B5EF4-FFF2-40B4-BE49-F238E27FC236}">
                <a16:creationId xmlns:a16="http://schemas.microsoft.com/office/drawing/2014/main" id="{2FDE04E2-A2E0-3E26-0850-7C8F6A6045AE}"/>
              </a:ext>
            </a:extLst>
          </p:cNvPr>
          <p:cNvCxnSpPr>
            <a:cxnSpLocks/>
            <a:stCxn id="1150" idx="3"/>
            <a:endCxn id="1151" idx="1"/>
          </p:cNvCxnSpPr>
          <p:nvPr/>
        </p:nvCxnSpPr>
        <p:spPr>
          <a:xfrm flipV="1">
            <a:off x="7327462" y="1176519"/>
            <a:ext cx="379728" cy="1167107"/>
          </a:xfrm>
          <a:prstGeom prst="bentConnector3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1" name="TextBox 1180">
            <a:extLst>
              <a:ext uri="{FF2B5EF4-FFF2-40B4-BE49-F238E27FC236}">
                <a16:creationId xmlns:a16="http://schemas.microsoft.com/office/drawing/2014/main" id="{D3DA8AF5-39C9-41B5-4890-0671C3430B02}"/>
              </a:ext>
            </a:extLst>
          </p:cNvPr>
          <p:cNvSpPr txBox="1"/>
          <p:nvPr/>
        </p:nvSpPr>
        <p:spPr>
          <a:xfrm>
            <a:off x="4192678" y="2587732"/>
            <a:ext cx="524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BFBFBF"/>
                </a:solidFill>
              </a:rPr>
              <a:t>…</a:t>
            </a:r>
            <a:endParaRPr lang="en-US" sz="2000" dirty="0">
              <a:solidFill>
                <a:srgbClr val="BFBFBF"/>
              </a:solidFill>
            </a:endParaRPr>
          </a:p>
        </p:txBody>
      </p:sp>
      <p:sp>
        <p:nvSpPr>
          <p:cNvPr id="1182" name="TextBox 1181">
            <a:extLst>
              <a:ext uri="{FF2B5EF4-FFF2-40B4-BE49-F238E27FC236}">
                <a16:creationId xmlns:a16="http://schemas.microsoft.com/office/drawing/2014/main" id="{91234C43-1050-806F-DBC7-463B23C24BDA}"/>
              </a:ext>
            </a:extLst>
          </p:cNvPr>
          <p:cNvSpPr txBox="1"/>
          <p:nvPr/>
        </p:nvSpPr>
        <p:spPr>
          <a:xfrm>
            <a:off x="5497563" y="2587732"/>
            <a:ext cx="524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solidFill>
                  <a:srgbClr val="BFBFBF"/>
                </a:solidFill>
              </a:rPr>
              <a:t>…</a:t>
            </a:r>
            <a:endParaRPr lang="en-US" sz="2000" dirty="0">
              <a:solidFill>
                <a:srgbClr val="BFBFBF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3" name="Прямоугольник 1182">
                <a:extLst>
                  <a:ext uri="{FF2B5EF4-FFF2-40B4-BE49-F238E27FC236}">
                    <a16:creationId xmlns:a16="http://schemas.microsoft.com/office/drawing/2014/main" id="{10F0A6CA-431D-693D-CEC1-50E4CE452FA2}"/>
                  </a:ext>
                </a:extLst>
              </p:cNvPr>
              <p:cNvSpPr/>
              <p:nvPr/>
            </p:nvSpPr>
            <p:spPr>
              <a:xfrm>
                <a:off x="14885091" y="1904026"/>
                <a:ext cx="1334125" cy="599607"/>
              </a:xfrm>
              <a:prstGeom prst="rect">
                <a:avLst/>
              </a:prstGeom>
              <a:solidFill>
                <a:srgbClr val="A5D7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ℒ</m:t>
                      </m:r>
                      <m:d>
                        <m:dPr>
                          <m:ctrl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83" name="Прямоугольник 1182">
                <a:extLst>
                  <a:ext uri="{FF2B5EF4-FFF2-40B4-BE49-F238E27FC236}">
                    <a16:creationId xmlns:a16="http://schemas.microsoft.com/office/drawing/2014/main" id="{10F0A6CA-431D-693D-CEC1-50E4CE452F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85091" y="1904026"/>
                <a:ext cx="1334125" cy="59960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4" name="TextBox 1183">
                <a:extLst>
                  <a:ext uri="{FF2B5EF4-FFF2-40B4-BE49-F238E27FC236}">
                    <a16:creationId xmlns:a16="http://schemas.microsoft.com/office/drawing/2014/main" id="{FCADA9B7-C562-42DE-213A-C57F9E6C6B81}"/>
                  </a:ext>
                </a:extLst>
              </p:cNvPr>
              <p:cNvSpPr txBox="1"/>
              <p:nvPr/>
            </p:nvSpPr>
            <p:spPr>
              <a:xfrm>
                <a:off x="7892031" y="780802"/>
                <a:ext cx="3106568" cy="7757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](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lang="de-DE" sz="2400" i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[0, </m:t>
                      </m:r>
                      <m:r>
                        <a:rPr lang="de-DE" sz="24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e-DE" sz="240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184" name="TextBox 1183">
                <a:extLst>
                  <a:ext uri="{FF2B5EF4-FFF2-40B4-BE49-F238E27FC236}">
                    <a16:creationId xmlns:a16="http://schemas.microsoft.com/office/drawing/2014/main" id="{FCADA9B7-C562-42DE-213A-C57F9E6C6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031" y="780802"/>
                <a:ext cx="3106568" cy="775725"/>
              </a:xfrm>
              <a:prstGeom prst="rect">
                <a:avLst/>
              </a:prstGeom>
              <a:blipFill>
                <a:blip r:embed="rId17"/>
                <a:stretch>
                  <a:fillRect l="-3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5" name="TextBox 1184">
                <a:extLst>
                  <a:ext uri="{FF2B5EF4-FFF2-40B4-BE49-F238E27FC236}">
                    <a16:creationId xmlns:a16="http://schemas.microsoft.com/office/drawing/2014/main" id="{E93A8C2B-7FC7-8033-141B-DF4D9649B912}"/>
                  </a:ext>
                </a:extLst>
              </p:cNvPr>
              <p:cNvSpPr txBox="1"/>
              <p:nvPr/>
            </p:nvSpPr>
            <p:spPr>
              <a:xfrm>
                <a:off x="7892031" y="2722931"/>
                <a:ext cx="3106568" cy="7757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ℬ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](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) = 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),  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 ∈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𝜕</m:t>
                      </m:r>
                      <m:r>
                        <m:rPr>
                          <m:sty m:val="p"/>
                        </m:rPr>
                        <a:rPr lang="de-DE" sz="2400" i="0" dirty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2400" i="1" dirty="0" smtClean="0"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 ∈[0, 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e-DE" sz="2400" i="1" dirty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de-DE" sz="2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85" name="TextBox 1184">
                <a:extLst>
                  <a:ext uri="{FF2B5EF4-FFF2-40B4-BE49-F238E27FC236}">
                    <a16:creationId xmlns:a16="http://schemas.microsoft.com/office/drawing/2014/main" id="{E93A8C2B-7FC7-8033-141B-DF4D9649B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031" y="2722931"/>
                <a:ext cx="3106568" cy="775725"/>
              </a:xfrm>
              <a:prstGeom prst="rect">
                <a:avLst/>
              </a:prstGeom>
              <a:blipFill>
                <a:blip r:embed="rId18"/>
                <a:stretch>
                  <a:fillRect l="-3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6" name="TextBox 1185">
                <a:extLst>
                  <a:ext uri="{FF2B5EF4-FFF2-40B4-BE49-F238E27FC236}">
                    <a16:creationId xmlns:a16="http://schemas.microsoft.com/office/drawing/2014/main" id="{C4968A92-CFF8-9B66-CAEA-14612ADD6A8D}"/>
                  </a:ext>
                </a:extLst>
              </p:cNvPr>
              <p:cNvSpPr txBox="1"/>
              <p:nvPr/>
            </p:nvSpPr>
            <p:spPr>
              <a:xfrm>
                <a:off x="7892031" y="3592605"/>
                <a:ext cx="3106568" cy="7301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l-NL" sz="2400" i="1" dirty="0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nl-NL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sz="2400" i="1" dirty="0" smtClean="0">
                          <a:latin typeface="Cambria Math" panose="02040503050406030204" pitchFamily="18" charset="0"/>
                        </a:rPr>
                        <m:t>, 0) = </m:t>
                      </m:r>
                      <m:r>
                        <a:rPr lang="nl-NL" sz="2400" i="1" dirty="0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nl-NL" sz="24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sz="2400" i="1" dirty="0" smtClean="0">
                          <a:latin typeface="Cambria Math" panose="02040503050406030204" pitchFamily="18" charset="0"/>
                        </a:rPr>
                        <m:t>),  </m:t>
                      </m:r>
                      <m:r>
                        <a:rPr lang="nl-NL" sz="24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nl-NL" sz="2400" i="1" dirty="0" smtClean="0">
                          <a:latin typeface="Cambria Math" panose="02040503050406030204" pitchFamily="18" charset="0"/>
                        </a:rPr>
                        <m:t> ∈</m:t>
                      </m:r>
                      <m:r>
                        <m:rPr>
                          <m:sty m:val="p"/>
                        </m:rPr>
                        <a:rPr lang="nl-NL" sz="2400" i="0" dirty="0" smtClean="0"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nl-NL" sz="240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nl-NL" sz="240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86" name="TextBox 1185">
                <a:extLst>
                  <a:ext uri="{FF2B5EF4-FFF2-40B4-BE49-F238E27FC236}">
                    <a16:creationId xmlns:a16="http://schemas.microsoft.com/office/drawing/2014/main" id="{C4968A92-CFF8-9B66-CAEA-14612ADD6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2031" y="3592605"/>
                <a:ext cx="3106568" cy="730136"/>
              </a:xfrm>
              <a:prstGeom prst="rect">
                <a:avLst/>
              </a:prstGeom>
              <a:blipFill>
                <a:blip r:embed="rId19"/>
                <a:stretch>
                  <a:fillRect l="-2554"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7" name="TextBox 1186">
                <a:extLst>
                  <a:ext uri="{FF2B5EF4-FFF2-40B4-BE49-F238E27FC236}">
                    <a16:creationId xmlns:a16="http://schemas.microsoft.com/office/drawing/2014/main" id="{349B8858-A533-CF4B-D5A7-6C59F590F21B}"/>
                  </a:ext>
                </a:extLst>
              </p:cNvPr>
              <p:cNvSpPr txBox="1"/>
              <p:nvPr/>
            </p:nvSpPr>
            <p:spPr>
              <a:xfrm>
                <a:off x="11183440" y="733244"/>
                <a:ext cx="3701651" cy="28751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PDE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m:rPr>
                          <m:aln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𝒩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187" name="TextBox 1186">
                <a:extLst>
                  <a:ext uri="{FF2B5EF4-FFF2-40B4-BE49-F238E27FC236}">
                    <a16:creationId xmlns:a16="http://schemas.microsoft.com/office/drawing/2014/main" id="{349B8858-A533-CF4B-D5A7-6C59F590F2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3440" y="733244"/>
                <a:ext cx="3701651" cy="287515"/>
              </a:xfrm>
              <a:prstGeom prst="rect">
                <a:avLst/>
              </a:prstGeom>
              <a:blipFill>
                <a:blip r:embed="rId20"/>
                <a:stretch>
                  <a:fillRect l="-494" b="-31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8" name="TextBox 1187">
                <a:extLst>
                  <a:ext uri="{FF2B5EF4-FFF2-40B4-BE49-F238E27FC236}">
                    <a16:creationId xmlns:a16="http://schemas.microsoft.com/office/drawing/2014/main" id="{ADA6CBA2-3ED3-3A40-D839-98C7D0AE9A9A}"/>
                  </a:ext>
                </a:extLst>
              </p:cNvPr>
              <p:cNvSpPr txBox="1"/>
              <p:nvPr/>
            </p:nvSpPr>
            <p:spPr>
              <a:xfrm>
                <a:off x="11183440" y="2722931"/>
                <a:ext cx="3577306" cy="2911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BC</m:t>
                          </m:r>
                        </m:sub>
                      </m:sSub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m:rPr>
                          <m:aln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ℬ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sub>
                          </m:sSub>
                        </m:e>
                      </m:d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188" name="TextBox 1187">
                <a:extLst>
                  <a:ext uri="{FF2B5EF4-FFF2-40B4-BE49-F238E27FC236}">
                    <a16:creationId xmlns:a16="http://schemas.microsoft.com/office/drawing/2014/main" id="{ADA6CBA2-3ED3-3A40-D839-98C7D0AE9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3440" y="2722931"/>
                <a:ext cx="3577306" cy="291170"/>
              </a:xfrm>
              <a:prstGeom prst="rect">
                <a:avLst/>
              </a:prstGeom>
              <a:blipFill>
                <a:blip r:embed="rId21"/>
                <a:stretch>
                  <a:fillRect t="-29787" r="-3242" b="-42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89" name="TextBox 1188">
                <a:extLst>
                  <a:ext uri="{FF2B5EF4-FFF2-40B4-BE49-F238E27FC236}">
                    <a16:creationId xmlns:a16="http://schemas.microsoft.com/office/drawing/2014/main" id="{8828774E-1B13-3D55-7774-73CC2576359A}"/>
                  </a:ext>
                </a:extLst>
              </p:cNvPr>
              <p:cNvSpPr txBox="1"/>
              <p:nvPr/>
            </p:nvSpPr>
            <p:spPr>
              <a:xfrm>
                <a:off x="11183440" y="3296068"/>
                <a:ext cx="2895621" cy="29117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pt-BR" i="0" dirty="0" smtClean="0">
                              <a:latin typeface="Cambria Math" panose="02040503050406030204" pitchFamily="18" charset="0"/>
                            </a:rPr>
                            <m:t>IC</m:t>
                          </m:r>
                        </m:sub>
                      </m:sSub>
                      <m:d>
                        <m:d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m:rPr>
                          <m:aln/>
                        </m:rPr>
                        <a:rPr lang="pt-BR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pt-BR" i="1" dirty="0" smtClean="0">
                          <a:latin typeface="Cambria Math" panose="02040503050406030204" pitchFamily="18" charset="0"/>
                        </a:rPr>
                        <m:t>h</m:t>
                      </m:r>
                      <m:d>
                        <m:dPr>
                          <m:ctrlPr>
                            <a:rPr lang="pt-BR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</a:p>
            </p:txBody>
          </p:sp>
        </mc:Choice>
        <mc:Fallback>
          <p:sp>
            <p:nvSpPr>
              <p:cNvPr id="1189" name="TextBox 1188">
                <a:extLst>
                  <a:ext uri="{FF2B5EF4-FFF2-40B4-BE49-F238E27FC236}">
                    <a16:creationId xmlns:a16="http://schemas.microsoft.com/office/drawing/2014/main" id="{8828774E-1B13-3D55-7774-73CC25763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3440" y="3296068"/>
                <a:ext cx="2895621" cy="291170"/>
              </a:xfrm>
              <a:prstGeom prst="rect">
                <a:avLst/>
              </a:prstGeom>
              <a:blipFill>
                <a:blip r:embed="rId22"/>
                <a:stretch>
                  <a:fillRect t="-29787" r="-2737" b="-42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3" name="Соединитель: уступ 1192">
            <a:extLst>
              <a:ext uri="{FF2B5EF4-FFF2-40B4-BE49-F238E27FC236}">
                <a16:creationId xmlns:a16="http://schemas.microsoft.com/office/drawing/2014/main" id="{BD640EB9-A930-30DF-21BE-F6897C977C26}"/>
              </a:ext>
            </a:extLst>
          </p:cNvPr>
          <p:cNvCxnSpPr>
            <a:stCxn id="1184" idx="3"/>
            <a:endCxn id="1183" idx="0"/>
          </p:cNvCxnSpPr>
          <p:nvPr/>
        </p:nvCxnSpPr>
        <p:spPr>
          <a:xfrm>
            <a:off x="10998599" y="1168665"/>
            <a:ext cx="4553555" cy="735361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4" name="Соединитель: уступ 1193">
            <a:extLst>
              <a:ext uri="{FF2B5EF4-FFF2-40B4-BE49-F238E27FC236}">
                <a16:creationId xmlns:a16="http://schemas.microsoft.com/office/drawing/2014/main" id="{B35F070F-947B-E9C5-20B6-3B77607CF424}"/>
              </a:ext>
            </a:extLst>
          </p:cNvPr>
          <p:cNvCxnSpPr>
            <a:cxnSpLocks/>
            <a:stCxn id="1185" idx="3"/>
            <a:endCxn id="1183" idx="2"/>
          </p:cNvCxnSpPr>
          <p:nvPr/>
        </p:nvCxnSpPr>
        <p:spPr>
          <a:xfrm flipV="1">
            <a:off x="10998599" y="2503633"/>
            <a:ext cx="4553555" cy="607161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7" name="Соединитель: уступ 1196">
            <a:extLst>
              <a:ext uri="{FF2B5EF4-FFF2-40B4-BE49-F238E27FC236}">
                <a16:creationId xmlns:a16="http://schemas.microsoft.com/office/drawing/2014/main" id="{45CE9151-C4C0-E450-251C-B0EB23E7F42F}"/>
              </a:ext>
            </a:extLst>
          </p:cNvPr>
          <p:cNvCxnSpPr>
            <a:cxnSpLocks/>
            <a:stCxn id="1186" idx="3"/>
            <a:endCxn id="1183" idx="2"/>
          </p:cNvCxnSpPr>
          <p:nvPr/>
        </p:nvCxnSpPr>
        <p:spPr>
          <a:xfrm flipV="1">
            <a:off x="10998599" y="2503633"/>
            <a:ext cx="4553555" cy="1454040"/>
          </a:xfrm>
          <a:prstGeom prst="bentConnector2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01" name="TextBox 1200">
                <a:extLst>
                  <a:ext uri="{FF2B5EF4-FFF2-40B4-BE49-F238E27FC236}">
                    <a16:creationId xmlns:a16="http://schemas.microsoft.com/office/drawing/2014/main" id="{9AB4D65E-B038-2CEA-6C7D-462AABEE631C}"/>
                  </a:ext>
                </a:extLst>
              </p:cNvPr>
              <p:cNvSpPr txBox="1"/>
              <p:nvPr/>
            </p:nvSpPr>
            <p:spPr>
              <a:xfrm>
                <a:off x="15007497" y="1381200"/>
                <a:ext cx="379728" cy="299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01" name="TextBox 1200">
                <a:extLst>
                  <a:ext uri="{FF2B5EF4-FFF2-40B4-BE49-F238E27FC236}">
                    <a16:creationId xmlns:a16="http://schemas.microsoft.com/office/drawing/2014/main" id="{9AB4D65E-B038-2CEA-6C7D-462AABEE6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7497" y="1381200"/>
                <a:ext cx="379728" cy="299249"/>
              </a:xfrm>
              <a:prstGeom prst="rect">
                <a:avLst/>
              </a:prstGeom>
              <a:blipFill>
                <a:blip r:embed="rId23"/>
                <a:stretch>
                  <a:fillRect l="-1613" t="-28571" r="-35484" b="-36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2" name="TextBox 1201">
                <a:extLst>
                  <a:ext uri="{FF2B5EF4-FFF2-40B4-BE49-F238E27FC236}">
                    <a16:creationId xmlns:a16="http://schemas.microsoft.com/office/drawing/2014/main" id="{8469EA54-AAA5-AD24-CD15-6B0F48F3AF15}"/>
                  </a:ext>
                </a:extLst>
              </p:cNvPr>
              <p:cNvSpPr txBox="1"/>
              <p:nvPr/>
            </p:nvSpPr>
            <p:spPr>
              <a:xfrm>
                <a:off x="15023566" y="2623228"/>
                <a:ext cx="37972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  <mc:Fallback>
          <p:sp>
            <p:nvSpPr>
              <p:cNvPr id="1202" name="TextBox 1201">
                <a:extLst>
                  <a:ext uri="{FF2B5EF4-FFF2-40B4-BE49-F238E27FC236}">
                    <a16:creationId xmlns:a16="http://schemas.microsoft.com/office/drawing/2014/main" id="{8469EA54-AAA5-AD24-CD15-6B0F48F3A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3566" y="2623228"/>
                <a:ext cx="379728" cy="276999"/>
              </a:xfrm>
              <a:prstGeom prst="rect">
                <a:avLst/>
              </a:prstGeom>
              <a:blipFill>
                <a:blip r:embed="rId24"/>
                <a:stretch>
                  <a:fillRect l="-3175" t="-30435" r="-36508" b="-47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3" name="TextBox 1202">
                <a:extLst>
                  <a:ext uri="{FF2B5EF4-FFF2-40B4-BE49-F238E27FC236}">
                    <a16:creationId xmlns:a16="http://schemas.microsoft.com/office/drawing/2014/main" id="{6EB7E43C-975D-C461-424A-47D80E892198}"/>
                  </a:ext>
                </a:extLst>
              </p:cNvPr>
              <p:cNvSpPr txBox="1"/>
              <p:nvPr/>
            </p:nvSpPr>
            <p:spPr>
              <a:xfrm>
                <a:off x="15023566" y="3267848"/>
                <a:ext cx="37972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03" name="TextBox 1202">
                <a:extLst>
                  <a:ext uri="{FF2B5EF4-FFF2-40B4-BE49-F238E27FC236}">
                    <a16:creationId xmlns:a16="http://schemas.microsoft.com/office/drawing/2014/main" id="{6EB7E43C-975D-C461-424A-47D80E892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3566" y="3267848"/>
                <a:ext cx="379728" cy="276999"/>
              </a:xfrm>
              <a:prstGeom prst="rect">
                <a:avLst/>
              </a:prstGeom>
              <a:blipFill>
                <a:blip r:embed="rId25"/>
                <a:stretch>
                  <a:fillRect l="-158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4" name="Прямоугольник 1203">
                <a:extLst>
                  <a:ext uri="{FF2B5EF4-FFF2-40B4-BE49-F238E27FC236}">
                    <a16:creationId xmlns:a16="http://schemas.microsoft.com/office/drawing/2014/main" id="{ABDEF2E4-4F56-BBF4-15DF-AE87F5A2E335}"/>
                  </a:ext>
                </a:extLst>
              </p:cNvPr>
              <p:cNvSpPr/>
              <p:nvPr/>
            </p:nvSpPr>
            <p:spPr>
              <a:xfrm>
                <a:off x="17039614" y="1904026"/>
                <a:ext cx="667063" cy="599607"/>
              </a:xfrm>
              <a:prstGeom prst="rect">
                <a:avLst/>
              </a:prstGeom>
              <a:solidFill>
                <a:srgbClr val="A5D7F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204" name="Прямоугольник 1203">
                <a:extLst>
                  <a:ext uri="{FF2B5EF4-FFF2-40B4-BE49-F238E27FC236}">
                    <a16:creationId xmlns:a16="http://schemas.microsoft.com/office/drawing/2014/main" id="{ABDEF2E4-4F56-BBF4-15DF-AE87F5A2E33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9614" y="1904026"/>
                <a:ext cx="667063" cy="599607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8" name="Соединитель: уступ 1207">
            <a:extLst>
              <a:ext uri="{FF2B5EF4-FFF2-40B4-BE49-F238E27FC236}">
                <a16:creationId xmlns:a16="http://schemas.microsoft.com/office/drawing/2014/main" id="{7A48FFDE-6EA3-7288-37F6-1C68955A26FA}"/>
              </a:ext>
            </a:extLst>
          </p:cNvPr>
          <p:cNvCxnSpPr>
            <a:cxnSpLocks/>
            <a:stCxn id="1204" idx="0"/>
            <a:endCxn id="1150" idx="0"/>
          </p:cNvCxnSpPr>
          <p:nvPr/>
        </p:nvCxnSpPr>
        <p:spPr>
          <a:xfrm rot="16200000" flipV="1">
            <a:off x="10581455" y="-4887665"/>
            <a:ext cx="1318978" cy="12264404"/>
          </a:xfrm>
          <a:prstGeom prst="bentConnector3">
            <a:avLst>
              <a:gd name="adj1" fmla="val 136108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0" name="Прямоугольник: скругленные углы 1229">
            <a:extLst>
              <a:ext uri="{FF2B5EF4-FFF2-40B4-BE49-F238E27FC236}">
                <a16:creationId xmlns:a16="http://schemas.microsoft.com/office/drawing/2014/main" id="{F42B6E1F-E4E0-E2C6-F444-1193D7FDFB43}"/>
              </a:ext>
            </a:extLst>
          </p:cNvPr>
          <p:cNvSpPr/>
          <p:nvPr/>
        </p:nvSpPr>
        <p:spPr>
          <a:xfrm>
            <a:off x="13630746" y="4295995"/>
            <a:ext cx="2588470" cy="400110"/>
          </a:xfrm>
          <a:prstGeom prst="roundRect">
            <a:avLst>
              <a:gd name="adj" fmla="val 19357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1" name="Соединитель: уступ 1230">
            <a:extLst>
              <a:ext uri="{FF2B5EF4-FFF2-40B4-BE49-F238E27FC236}">
                <a16:creationId xmlns:a16="http://schemas.microsoft.com/office/drawing/2014/main" id="{FA237AA0-F963-0AB8-D2A1-33DFF68D7AC6}"/>
              </a:ext>
            </a:extLst>
          </p:cNvPr>
          <p:cNvCxnSpPr>
            <a:cxnSpLocks/>
            <a:stCxn id="1183" idx="3"/>
            <a:endCxn id="4" idx="2"/>
          </p:cNvCxnSpPr>
          <p:nvPr/>
        </p:nvCxnSpPr>
        <p:spPr>
          <a:xfrm flipH="1">
            <a:off x="968018" y="2203830"/>
            <a:ext cx="15251198" cy="413175"/>
          </a:xfrm>
          <a:prstGeom prst="bentConnector4">
            <a:avLst>
              <a:gd name="adj1" fmla="val -1499"/>
              <a:gd name="adj2" fmla="val 639445"/>
            </a:avLst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5" name="Прямая со стрелкой 1204">
            <a:extLst>
              <a:ext uri="{FF2B5EF4-FFF2-40B4-BE49-F238E27FC236}">
                <a16:creationId xmlns:a16="http://schemas.microsoft.com/office/drawing/2014/main" id="{ADF3CCA1-A247-4786-2FE4-0590888C80EB}"/>
              </a:ext>
            </a:extLst>
          </p:cNvPr>
          <p:cNvCxnSpPr>
            <a:cxnSpLocks/>
            <a:stCxn id="1183" idx="3"/>
            <a:endCxn id="1204" idx="1"/>
          </p:cNvCxnSpPr>
          <p:nvPr/>
        </p:nvCxnSpPr>
        <p:spPr>
          <a:xfrm>
            <a:off x="16219216" y="2203830"/>
            <a:ext cx="820398" cy="0"/>
          </a:xfrm>
          <a:prstGeom prst="straightConnector1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5" name="Прямоугольник: скругленные углы 1234">
            <a:extLst>
              <a:ext uri="{FF2B5EF4-FFF2-40B4-BE49-F238E27FC236}">
                <a16:creationId xmlns:a16="http://schemas.microsoft.com/office/drawing/2014/main" id="{09034B98-F2BD-D17E-CAD6-D3134A3D7C62}"/>
              </a:ext>
            </a:extLst>
          </p:cNvPr>
          <p:cNvSpPr/>
          <p:nvPr/>
        </p:nvSpPr>
        <p:spPr>
          <a:xfrm>
            <a:off x="1248419" y="4292479"/>
            <a:ext cx="4773228" cy="400110"/>
          </a:xfrm>
          <a:prstGeom prst="roundRect">
            <a:avLst>
              <a:gd name="adj" fmla="val 19357"/>
            </a:avLst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37" name="Прямая со стрелкой 1236">
            <a:extLst>
              <a:ext uri="{FF2B5EF4-FFF2-40B4-BE49-F238E27FC236}">
                <a16:creationId xmlns:a16="http://schemas.microsoft.com/office/drawing/2014/main" id="{18104600-65BC-95BC-ABE7-519D854E2C7D}"/>
              </a:ext>
            </a:extLst>
          </p:cNvPr>
          <p:cNvCxnSpPr>
            <a:cxnSpLocks/>
          </p:cNvCxnSpPr>
          <p:nvPr/>
        </p:nvCxnSpPr>
        <p:spPr>
          <a:xfrm>
            <a:off x="2195886" y="939066"/>
            <a:ext cx="738115" cy="0"/>
          </a:xfrm>
          <a:prstGeom prst="straightConnector1">
            <a:avLst/>
          </a:prstGeom>
          <a:ln w="38100">
            <a:solidFill>
              <a:srgbClr val="BFBFB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0" name="Соединитель: уступ 1239">
            <a:extLst>
              <a:ext uri="{FF2B5EF4-FFF2-40B4-BE49-F238E27FC236}">
                <a16:creationId xmlns:a16="http://schemas.microsoft.com/office/drawing/2014/main" id="{B7AEAA55-BDDA-BC78-4B58-806A324EA8C4}"/>
              </a:ext>
            </a:extLst>
          </p:cNvPr>
          <p:cNvCxnSpPr>
            <a:cxnSpLocks/>
            <a:stCxn id="1150" idx="3"/>
            <a:endCxn id="1152" idx="1"/>
          </p:cNvCxnSpPr>
          <p:nvPr/>
        </p:nvCxnSpPr>
        <p:spPr>
          <a:xfrm>
            <a:off x="7327462" y="2343626"/>
            <a:ext cx="379728" cy="1173744"/>
          </a:xfrm>
          <a:prstGeom prst="bentConnector3">
            <a:avLst>
              <a:gd name="adj1" fmla="val 50000"/>
            </a:avLst>
          </a:prstGeom>
          <a:ln w="3810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6" name="Прямоугольник 1245">
            <a:extLst>
              <a:ext uri="{FF2B5EF4-FFF2-40B4-BE49-F238E27FC236}">
                <a16:creationId xmlns:a16="http://schemas.microsoft.com/office/drawing/2014/main" id="{F98A844B-3C90-247D-F430-F33C8ECB6514}"/>
              </a:ext>
            </a:extLst>
          </p:cNvPr>
          <p:cNvSpPr/>
          <p:nvPr/>
        </p:nvSpPr>
        <p:spPr>
          <a:xfrm>
            <a:off x="-3764584" y="6916739"/>
            <a:ext cx="161924" cy="1619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47" name="Прямоугольник 1246">
            <a:extLst>
              <a:ext uri="{FF2B5EF4-FFF2-40B4-BE49-F238E27FC236}">
                <a16:creationId xmlns:a16="http://schemas.microsoft.com/office/drawing/2014/main" id="{AF3EE3BB-D09D-0B17-50B7-B29D355411BB}"/>
              </a:ext>
            </a:extLst>
          </p:cNvPr>
          <p:cNvSpPr/>
          <p:nvPr/>
        </p:nvSpPr>
        <p:spPr>
          <a:xfrm>
            <a:off x="139652" y="8427442"/>
            <a:ext cx="161924" cy="1619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8" name="Прямоугольник: скругленные углы 1247">
            <a:extLst>
              <a:ext uri="{FF2B5EF4-FFF2-40B4-BE49-F238E27FC236}">
                <a16:creationId xmlns:a16="http://schemas.microsoft.com/office/drawing/2014/main" id="{3B23BA7D-766D-B264-0DF7-05DF86520267}"/>
              </a:ext>
            </a:extLst>
          </p:cNvPr>
          <p:cNvSpPr/>
          <p:nvPr/>
        </p:nvSpPr>
        <p:spPr>
          <a:xfrm>
            <a:off x="-3759200" y="6921500"/>
            <a:ext cx="4060154" cy="1667867"/>
          </a:xfrm>
          <a:prstGeom prst="round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9" name="Прямоугольник: скругленные углы 1248">
            <a:extLst>
              <a:ext uri="{FF2B5EF4-FFF2-40B4-BE49-F238E27FC236}">
                <a16:creationId xmlns:a16="http://schemas.microsoft.com/office/drawing/2014/main" id="{D497DF92-BDA8-11FA-EBD1-6587F29ACCCB}"/>
              </a:ext>
            </a:extLst>
          </p:cNvPr>
          <p:cNvSpPr/>
          <p:nvPr/>
        </p:nvSpPr>
        <p:spPr>
          <a:xfrm>
            <a:off x="-3602660" y="7078663"/>
            <a:ext cx="3742312" cy="1348778"/>
          </a:xfrm>
          <a:prstGeom prst="roundRect">
            <a:avLst>
              <a:gd name="adj" fmla="val 14195"/>
            </a:avLst>
          </a:prstGeom>
          <a:pattFill prst="wdUpDiag">
            <a:fgClr>
              <a:schemeClr val="tx1"/>
            </a:fgClr>
            <a:bgClr>
              <a:schemeClr val="bg1"/>
            </a:bgClr>
          </a:patt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647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224</TotalTime>
  <Words>173</Words>
  <Application>Microsoft Office PowerPoint</Application>
  <PresentationFormat>Произвольный</PresentationFormat>
  <Paragraphs>38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Александр Диков</dc:creator>
  <cp:lastModifiedBy>Александр Диков</cp:lastModifiedBy>
  <cp:revision>2</cp:revision>
  <dcterms:created xsi:type="dcterms:W3CDTF">2025-07-25T10:38:21Z</dcterms:created>
  <dcterms:modified xsi:type="dcterms:W3CDTF">2026-01-28T10:46:57Z</dcterms:modified>
</cp:coreProperties>
</file>